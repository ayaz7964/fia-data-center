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65" r:id="rId2"/>
    <p:sldId id="257" r:id="rId3"/>
    <p:sldId id="258" r:id="rId4"/>
    <p:sldId id="267" r:id="rId5"/>
    <p:sldId id="260" r:id="rId6"/>
    <p:sldId id="268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6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9" autoAdjust="0"/>
    <p:restoredTop sz="94660"/>
  </p:normalViewPr>
  <p:slideViewPr>
    <p:cSldViewPr snapToGrid="0">
      <p:cViewPr varScale="1">
        <p:scale>
          <a:sx n="78" d="100"/>
          <a:sy n="78" d="100"/>
        </p:scale>
        <p:origin x="82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A7A728-0C0B-433C-B46F-E9F40B05101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4BA03F0-F5CB-430B-B77B-8D562C4BB7EC}">
      <dgm:prSet/>
      <dgm:spPr/>
      <dgm:t>
        <a:bodyPr/>
        <a:lstStyle/>
        <a:p>
          <a:pPr>
            <a:defRPr cap="all"/>
          </a:pPr>
          <a:r>
            <a:rPr lang="en-US" b="1" i="0"/>
            <a:t>Frontend (GUI):</a:t>
          </a:r>
          <a:r>
            <a:rPr lang="en-US" b="0" i="0"/>
            <a:t> PyQt6 interfaces for user interaction.</a:t>
          </a:r>
          <a:endParaRPr lang="en-US"/>
        </a:p>
      </dgm:t>
    </dgm:pt>
    <dgm:pt modelId="{097CD552-1C5B-400A-8633-EE1AF8CCD27E}" type="parTrans" cxnId="{9F27D123-70FF-4686-A8B3-6658124F986C}">
      <dgm:prSet/>
      <dgm:spPr/>
      <dgm:t>
        <a:bodyPr/>
        <a:lstStyle/>
        <a:p>
          <a:endParaRPr lang="en-US"/>
        </a:p>
      </dgm:t>
    </dgm:pt>
    <dgm:pt modelId="{6D7C6261-0BD5-46B9-A016-E05F08411C3D}" type="sibTrans" cxnId="{9F27D123-70FF-4686-A8B3-6658124F986C}">
      <dgm:prSet/>
      <dgm:spPr/>
      <dgm:t>
        <a:bodyPr/>
        <a:lstStyle/>
        <a:p>
          <a:endParaRPr lang="en-US"/>
        </a:p>
      </dgm:t>
    </dgm:pt>
    <dgm:pt modelId="{7DF8C526-04C0-467C-8454-06B19504B520}">
      <dgm:prSet/>
      <dgm:spPr/>
      <dgm:t>
        <a:bodyPr/>
        <a:lstStyle/>
        <a:p>
          <a:pPr>
            <a:defRPr cap="all"/>
          </a:pPr>
          <a:r>
            <a:rPr lang="en-US" b="1" i="0"/>
            <a:t>Backend:</a:t>
          </a:r>
          <a:r>
            <a:rPr lang="en-US" b="0" i="0"/>
            <a:t> Python logic for data processing and MySQL interaction.</a:t>
          </a:r>
          <a:endParaRPr lang="en-US"/>
        </a:p>
      </dgm:t>
    </dgm:pt>
    <dgm:pt modelId="{0D932989-118F-42CE-9EDD-FFA6286EC4F5}" type="parTrans" cxnId="{BF68D634-7913-4A84-A6A3-B3C3233CFC8B}">
      <dgm:prSet/>
      <dgm:spPr/>
      <dgm:t>
        <a:bodyPr/>
        <a:lstStyle/>
        <a:p>
          <a:endParaRPr lang="en-US"/>
        </a:p>
      </dgm:t>
    </dgm:pt>
    <dgm:pt modelId="{7C95A347-580F-435F-9C52-AFF3D53CFC86}" type="sibTrans" cxnId="{BF68D634-7913-4A84-A6A3-B3C3233CFC8B}">
      <dgm:prSet/>
      <dgm:spPr/>
      <dgm:t>
        <a:bodyPr/>
        <a:lstStyle/>
        <a:p>
          <a:endParaRPr lang="en-US"/>
        </a:p>
      </dgm:t>
    </dgm:pt>
    <dgm:pt modelId="{8E5F2841-05F4-4F58-8597-377B4807B02A}">
      <dgm:prSet/>
      <dgm:spPr/>
      <dgm:t>
        <a:bodyPr/>
        <a:lstStyle/>
        <a:p>
          <a:pPr>
            <a:defRPr cap="all"/>
          </a:pPr>
          <a:r>
            <a:rPr lang="en-US" b="1" i="0"/>
            <a:t>Database:</a:t>
          </a:r>
          <a:r>
            <a:rPr lang="en-US" b="0" i="0"/>
            <a:t> MySQL stores personnel, investigation, and asset data.</a:t>
          </a:r>
          <a:endParaRPr lang="en-US"/>
        </a:p>
      </dgm:t>
    </dgm:pt>
    <dgm:pt modelId="{74213A03-6043-40F3-9D8E-A0665A263FB2}" type="parTrans" cxnId="{896F3B5A-A761-433B-8267-5B512BEE5B86}">
      <dgm:prSet/>
      <dgm:spPr/>
      <dgm:t>
        <a:bodyPr/>
        <a:lstStyle/>
        <a:p>
          <a:endParaRPr lang="en-US"/>
        </a:p>
      </dgm:t>
    </dgm:pt>
    <dgm:pt modelId="{75F52D18-AAA4-4C42-BE01-C533D29D77F8}" type="sibTrans" cxnId="{896F3B5A-A761-433B-8267-5B512BEE5B86}">
      <dgm:prSet/>
      <dgm:spPr/>
      <dgm:t>
        <a:bodyPr/>
        <a:lstStyle/>
        <a:p>
          <a:endParaRPr lang="en-US"/>
        </a:p>
      </dgm:t>
    </dgm:pt>
    <dgm:pt modelId="{BB890B1F-FDAE-476C-8793-EAABE6536B52}">
      <dgm:prSet/>
      <dgm:spPr/>
      <dgm:t>
        <a:bodyPr/>
        <a:lstStyle/>
        <a:p>
          <a:pPr>
            <a:defRPr cap="all"/>
          </a:pPr>
          <a:r>
            <a:rPr lang="en-US" b="1" i="0"/>
            <a:t>Client-Server:</a:t>
          </a:r>
          <a:r>
            <a:rPr lang="en-US" b="0" i="0"/>
            <a:t> JSON model for frontend-backend communication.</a:t>
          </a:r>
          <a:endParaRPr lang="en-US"/>
        </a:p>
      </dgm:t>
    </dgm:pt>
    <dgm:pt modelId="{54A04205-05A6-4D44-B10F-058E20DB9735}" type="parTrans" cxnId="{3242591D-998F-4889-9F3E-59342AEB1964}">
      <dgm:prSet/>
      <dgm:spPr/>
      <dgm:t>
        <a:bodyPr/>
        <a:lstStyle/>
        <a:p>
          <a:endParaRPr lang="en-US"/>
        </a:p>
      </dgm:t>
    </dgm:pt>
    <dgm:pt modelId="{A31749B2-7BD8-4607-A976-B7045D06E9B0}" type="sibTrans" cxnId="{3242591D-998F-4889-9F3E-59342AEB1964}">
      <dgm:prSet/>
      <dgm:spPr/>
      <dgm:t>
        <a:bodyPr/>
        <a:lstStyle/>
        <a:p>
          <a:endParaRPr lang="en-US"/>
        </a:p>
      </dgm:t>
    </dgm:pt>
    <dgm:pt modelId="{23C5BEBD-0F6C-4327-A78D-E2F83DBE00B9}" type="pres">
      <dgm:prSet presAssocID="{23A7A728-0C0B-433C-B46F-E9F40B051017}" presName="root" presStyleCnt="0">
        <dgm:presLayoutVars>
          <dgm:dir/>
          <dgm:resizeHandles val="exact"/>
        </dgm:presLayoutVars>
      </dgm:prSet>
      <dgm:spPr/>
    </dgm:pt>
    <dgm:pt modelId="{F53265CC-F0FB-48BD-B351-70F40F9FBFC8}" type="pres">
      <dgm:prSet presAssocID="{64BA03F0-F5CB-430B-B77B-8D562C4BB7EC}" presName="compNode" presStyleCnt="0"/>
      <dgm:spPr/>
    </dgm:pt>
    <dgm:pt modelId="{8F94CB51-97D7-4B20-8408-605C1A64DB8E}" type="pres">
      <dgm:prSet presAssocID="{64BA03F0-F5CB-430B-B77B-8D562C4BB7EC}" presName="iconBgRect" presStyleLbl="bgShp" presStyleIdx="0" presStyleCnt="4"/>
      <dgm:spPr/>
    </dgm:pt>
    <dgm:pt modelId="{2D856F26-B7EE-4726-A2D7-A6907671AE98}" type="pres">
      <dgm:prSet presAssocID="{64BA03F0-F5CB-430B-B77B-8D562C4BB7E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842CC638-26FA-40E0-8D08-94058343355B}" type="pres">
      <dgm:prSet presAssocID="{64BA03F0-F5CB-430B-B77B-8D562C4BB7EC}" presName="spaceRect" presStyleCnt="0"/>
      <dgm:spPr/>
    </dgm:pt>
    <dgm:pt modelId="{28AA437E-57A9-44A1-8D4D-4B59027172A2}" type="pres">
      <dgm:prSet presAssocID="{64BA03F0-F5CB-430B-B77B-8D562C4BB7EC}" presName="textRect" presStyleLbl="revTx" presStyleIdx="0" presStyleCnt="4">
        <dgm:presLayoutVars>
          <dgm:chMax val="1"/>
          <dgm:chPref val="1"/>
        </dgm:presLayoutVars>
      </dgm:prSet>
      <dgm:spPr/>
    </dgm:pt>
    <dgm:pt modelId="{038A824B-58E4-4988-9B32-5B3CACACAD8E}" type="pres">
      <dgm:prSet presAssocID="{6D7C6261-0BD5-46B9-A016-E05F08411C3D}" presName="sibTrans" presStyleCnt="0"/>
      <dgm:spPr/>
    </dgm:pt>
    <dgm:pt modelId="{462D5D23-B1F3-4D96-AFB7-7C3C2B00AE5A}" type="pres">
      <dgm:prSet presAssocID="{7DF8C526-04C0-467C-8454-06B19504B520}" presName="compNode" presStyleCnt="0"/>
      <dgm:spPr/>
    </dgm:pt>
    <dgm:pt modelId="{9E2A32E9-BC68-4CAD-BDED-721B0D426F25}" type="pres">
      <dgm:prSet presAssocID="{7DF8C526-04C0-467C-8454-06B19504B520}" presName="iconBgRect" presStyleLbl="bgShp" presStyleIdx="1" presStyleCnt="4"/>
      <dgm:spPr/>
    </dgm:pt>
    <dgm:pt modelId="{27FB49D8-A14A-453C-A0B9-BBCE1DE9CC33}" type="pres">
      <dgm:prSet presAssocID="{7DF8C526-04C0-467C-8454-06B19504B52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4404565D-B813-4143-B636-FC39B2C51E8E}" type="pres">
      <dgm:prSet presAssocID="{7DF8C526-04C0-467C-8454-06B19504B520}" presName="spaceRect" presStyleCnt="0"/>
      <dgm:spPr/>
    </dgm:pt>
    <dgm:pt modelId="{6D238A6A-09F9-4229-A9C1-5D47A3139F19}" type="pres">
      <dgm:prSet presAssocID="{7DF8C526-04C0-467C-8454-06B19504B520}" presName="textRect" presStyleLbl="revTx" presStyleIdx="1" presStyleCnt="4">
        <dgm:presLayoutVars>
          <dgm:chMax val="1"/>
          <dgm:chPref val="1"/>
        </dgm:presLayoutVars>
      </dgm:prSet>
      <dgm:spPr/>
    </dgm:pt>
    <dgm:pt modelId="{0D1B16AD-EF79-4C00-9992-D6980981B707}" type="pres">
      <dgm:prSet presAssocID="{7C95A347-580F-435F-9C52-AFF3D53CFC86}" presName="sibTrans" presStyleCnt="0"/>
      <dgm:spPr/>
    </dgm:pt>
    <dgm:pt modelId="{9D0ED2B9-782A-4B0D-8446-3076DF873CA1}" type="pres">
      <dgm:prSet presAssocID="{8E5F2841-05F4-4F58-8597-377B4807B02A}" presName="compNode" presStyleCnt="0"/>
      <dgm:spPr/>
    </dgm:pt>
    <dgm:pt modelId="{18C92B0D-45B3-4F33-B744-47251C56B26D}" type="pres">
      <dgm:prSet presAssocID="{8E5F2841-05F4-4F58-8597-377B4807B02A}" presName="iconBgRect" presStyleLbl="bgShp" presStyleIdx="2" presStyleCnt="4"/>
      <dgm:spPr/>
    </dgm:pt>
    <dgm:pt modelId="{C560F174-FB05-43A6-9315-ED295C61D26C}" type="pres">
      <dgm:prSet presAssocID="{8E5F2841-05F4-4F58-8597-377B4807B02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E14627C-8EC5-47BD-BC31-53EDBB9598C1}" type="pres">
      <dgm:prSet presAssocID="{8E5F2841-05F4-4F58-8597-377B4807B02A}" presName="spaceRect" presStyleCnt="0"/>
      <dgm:spPr/>
    </dgm:pt>
    <dgm:pt modelId="{4974E513-0FC6-4C00-BA50-F0CD50A82F2B}" type="pres">
      <dgm:prSet presAssocID="{8E5F2841-05F4-4F58-8597-377B4807B02A}" presName="textRect" presStyleLbl="revTx" presStyleIdx="2" presStyleCnt="4">
        <dgm:presLayoutVars>
          <dgm:chMax val="1"/>
          <dgm:chPref val="1"/>
        </dgm:presLayoutVars>
      </dgm:prSet>
      <dgm:spPr/>
    </dgm:pt>
    <dgm:pt modelId="{6FEFE216-287D-4956-B13B-69C056EFAD17}" type="pres">
      <dgm:prSet presAssocID="{75F52D18-AAA4-4C42-BE01-C533D29D77F8}" presName="sibTrans" presStyleCnt="0"/>
      <dgm:spPr/>
    </dgm:pt>
    <dgm:pt modelId="{2E4C2D64-411F-410E-9041-DF3888ADD202}" type="pres">
      <dgm:prSet presAssocID="{BB890B1F-FDAE-476C-8793-EAABE6536B52}" presName="compNode" presStyleCnt="0"/>
      <dgm:spPr/>
    </dgm:pt>
    <dgm:pt modelId="{77C3F60D-B6BD-48A2-9556-137929972869}" type="pres">
      <dgm:prSet presAssocID="{BB890B1F-FDAE-476C-8793-EAABE6536B52}" presName="iconBgRect" presStyleLbl="bgShp" presStyleIdx="3" presStyleCnt="4"/>
      <dgm:spPr/>
    </dgm:pt>
    <dgm:pt modelId="{0AD45918-3545-4E8F-9FC7-8F63DF8884F6}" type="pres">
      <dgm:prSet presAssocID="{BB890B1F-FDAE-476C-8793-EAABE6536B5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5C65B166-E1A6-4238-B22D-4C3DDC2C7864}" type="pres">
      <dgm:prSet presAssocID="{BB890B1F-FDAE-476C-8793-EAABE6536B52}" presName="spaceRect" presStyleCnt="0"/>
      <dgm:spPr/>
    </dgm:pt>
    <dgm:pt modelId="{DBF684E3-1708-46DE-A4BC-7A1501E696A8}" type="pres">
      <dgm:prSet presAssocID="{BB890B1F-FDAE-476C-8793-EAABE6536B5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242591D-998F-4889-9F3E-59342AEB1964}" srcId="{23A7A728-0C0B-433C-B46F-E9F40B051017}" destId="{BB890B1F-FDAE-476C-8793-EAABE6536B52}" srcOrd="3" destOrd="0" parTransId="{54A04205-05A6-4D44-B10F-058E20DB9735}" sibTransId="{A31749B2-7BD8-4607-A976-B7045D06E9B0}"/>
    <dgm:cxn modelId="{9F27D123-70FF-4686-A8B3-6658124F986C}" srcId="{23A7A728-0C0B-433C-B46F-E9F40B051017}" destId="{64BA03F0-F5CB-430B-B77B-8D562C4BB7EC}" srcOrd="0" destOrd="0" parTransId="{097CD552-1C5B-400A-8633-EE1AF8CCD27E}" sibTransId="{6D7C6261-0BD5-46B9-A016-E05F08411C3D}"/>
    <dgm:cxn modelId="{BF68D634-7913-4A84-A6A3-B3C3233CFC8B}" srcId="{23A7A728-0C0B-433C-B46F-E9F40B051017}" destId="{7DF8C526-04C0-467C-8454-06B19504B520}" srcOrd="1" destOrd="0" parTransId="{0D932989-118F-42CE-9EDD-FFA6286EC4F5}" sibTransId="{7C95A347-580F-435F-9C52-AFF3D53CFC86}"/>
    <dgm:cxn modelId="{896F3B5A-A761-433B-8267-5B512BEE5B86}" srcId="{23A7A728-0C0B-433C-B46F-E9F40B051017}" destId="{8E5F2841-05F4-4F58-8597-377B4807B02A}" srcOrd="2" destOrd="0" parTransId="{74213A03-6043-40F3-9D8E-A0665A263FB2}" sibTransId="{75F52D18-AAA4-4C42-BE01-C533D29D77F8}"/>
    <dgm:cxn modelId="{3C763E83-41E8-4BBE-9D6C-565598270887}" type="presOf" srcId="{BB890B1F-FDAE-476C-8793-EAABE6536B52}" destId="{DBF684E3-1708-46DE-A4BC-7A1501E696A8}" srcOrd="0" destOrd="0" presId="urn:microsoft.com/office/officeart/2018/5/layout/IconCircleLabelList"/>
    <dgm:cxn modelId="{45C4349A-F3AC-4E7E-8A99-9E1DFC93B5C3}" type="presOf" srcId="{64BA03F0-F5CB-430B-B77B-8D562C4BB7EC}" destId="{28AA437E-57A9-44A1-8D4D-4B59027172A2}" srcOrd="0" destOrd="0" presId="urn:microsoft.com/office/officeart/2018/5/layout/IconCircleLabelList"/>
    <dgm:cxn modelId="{59903BCC-F42A-4A98-913F-9AB864EAAEF0}" type="presOf" srcId="{8E5F2841-05F4-4F58-8597-377B4807B02A}" destId="{4974E513-0FC6-4C00-BA50-F0CD50A82F2B}" srcOrd="0" destOrd="0" presId="urn:microsoft.com/office/officeart/2018/5/layout/IconCircleLabelList"/>
    <dgm:cxn modelId="{27F796CD-DC3D-4400-92AD-20959D9253FE}" type="presOf" srcId="{23A7A728-0C0B-433C-B46F-E9F40B051017}" destId="{23C5BEBD-0F6C-4327-A78D-E2F83DBE00B9}" srcOrd="0" destOrd="0" presId="urn:microsoft.com/office/officeart/2018/5/layout/IconCircleLabelList"/>
    <dgm:cxn modelId="{759399F0-6E65-43DE-A123-3BC32A8EA35B}" type="presOf" srcId="{7DF8C526-04C0-467C-8454-06B19504B520}" destId="{6D238A6A-09F9-4229-A9C1-5D47A3139F19}" srcOrd="0" destOrd="0" presId="urn:microsoft.com/office/officeart/2018/5/layout/IconCircleLabelList"/>
    <dgm:cxn modelId="{6FE57213-C545-45A4-942A-E0C384E4EA09}" type="presParOf" srcId="{23C5BEBD-0F6C-4327-A78D-E2F83DBE00B9}" destId="{F53265CC-F0FB-48BD-B351-70F40F9FBFC8}" srcOrd="0" destOrd="0" presId="urn:microsoft.com/office/officeart/2018/5/layout/IconCircleLabelList"/>
    <dgm:cxn modelId="{9CD01EC6-3148-46B2-9171-DF5B63DDCD55}" type="presParOf" srcId="{F53265CC-F0FB-48BD-B351-70F40F9FBFC8}" destId="{8F94CB51-97D7-4B20-8408-605C1A64DB8E}" srcOrd="0" destOrd="0" presId="urn:microsoft.com/office/officeart/2018/5/layout/IconCircleLabelList"/>
    <dgm:cxn modelId="{F3637569-522A-41F1-9739-1170539979C9}" type="presParOf" srcId="{F53265CC-F0FB-48BD-B351-70F40F9FBFC8}" destId="{2D856F26-B7EE-4726-A2D7-A6907671AE98}" srcOrd="1" destOrd="0" presId="urn:microsoft.com/office/officeart/2018/5/layout/IconCircleLabelList"/>
    <dgm:cxn modelId="{653CDDA7-2E29-471B-BDC7-139ECDC41FBD}" type="presParOf" srcId="{F53265CC-F0FB-48BD-B351-70F40F9FBFC8}" destId="{842CC638-26FA-40E0-8D08-94058343355B}" srcOrd="2" destOrd="0" presId="urn:microsoft.com/office/officeart/2018/5/layout/IconCircleLabelList"/>
    <dgm:cxn modelId="{E6BF3C27-484F-4E8B-B2E3-D793B453F9EE}" type="presParOf" srcId="{F53265CC-F0FB-48BD-B351-70F40F9FBFC8}" destId="{28AA437E-57A9-44A1-8D4D-4B59027172A2}" srcOrd="3" destOrd="0" presId="urn:microsoft.com/office/officeart/2018/5/layout/IconCircleLabelList"/>
    <dgm:cxn modelId="{8FDA2D54-D858-449D-8A5D-9E3100B3FCAC}" type="presParOf" srcId="{23C5BEBD-0F6C-4327-A78D-E2F83DBE00B9}" destId="{038A824B-58E4-4988-9B32-5B3CACACAD8E}" srcOrd="1" destOrd="0" presId="urn:microsoft.com/office/officeart/2018/5/layout/IconCircleLabelList"/>
    <dgm:cxn modelId="{07AE2AD6-403B-4AB4-A0C9-73618419FE1A}" type="presParOf" srcId="{23C5BEBD-0F6C-4327-A78D-E2F83DBE00B9}" destId="{462D5D23-B1F3-4D96-AFB7-7C3C2B00AE5A}" srcOrd="2" destOrd="0" presId="urn:microsoft.com/office/officeart/2018/5/layout/IconCircleLabelList"/>
    <dgm:cxn modelId="{84C88C11-0F2F-46EB-9EFC-A3727B0080F3}" type="presParOf" srcId="{462D5D23-B1F3-4D96-AFB7-7C3C2B00AE5A}" destId="{9E2A32E9-BC68-4CAD-BDED-721B0D426F25}" srcOrd="0" destOrd="0" presId="urn:microsoft.com/office/officeart/2018/5/layout/IconCircleLabelList"/>
    <dgm:cxn modelId="{4EB3B503-C1C1-4EAF-A4B5-1AA7473BDFBA}" type="presParOf" srcId="{462D5D23-B1F3-4D96-AFB7-7C3C2B00AE5A}" destId="{27FB49D8-A14A-453C-A0B9-BBCE1DE9CC33}" srcOrd="1" destOrd="0" presId="urn:microsoft.com/office/officeart/2018/5/layout/IconCircleLabelList"/>
    <dgm:cxn modelId="{CCEABE5A-DCEF-475E-BF49-0C3D0EACC6A9}" type="presParOf" srcId="{462D5D23-B1F3-4D96-AFB7-7C3C2B00AE5A}" destId="{4404565D-B813-4143-B636-FC39B2C51E8E}" srcOrd="2" destOrd="0" presId="urn:microsoft.com/office/officeart/2018/5/layout/IconCircleLabelList"/>
    <dgm:cxn modelId="{E5E4BD12-8E6F-4C24-8503-BD546302BF4B}" type="presParOf" srcId="{462D5D23-B1F3-4D96-AFB7-7C3C2B00AE5A}" destId="{6D238A6A-09F9-4229-A9C1-5D47A3139F19}" srcOrd="3" destOrd="0" presId="urn:microsoft.com/office/officeart/2018/5/layout/IconCircleLabelList"/>
    <dgm:cxn modelId="{76D58872-0383-49F8-8FF9-C444A4174CB4}" type="presParOf" srcId="{23C5BEBD-0F6C-4327-A78D-E2F83DBE00B9}" destId="{0D1B16AD-EF79-4C00-9992-D6980981B707}" srcOrd="3" destOrd="0" presId="urn:microsoft.com/office/officeart/2018/5/layout/IconCircleLabelList"/>
    <dgm:cxn modelId="{B30033AE-0ADD-437D-B5D7-670548E88557}" type="presParOf" srcId="{23C5BEBD-0F6C-4327-A78D-E2F83DBE00B9}" destId="{9D0ED2B9-782A-4B0D-8446-3076DF873CA1}" srcOrd="4" destOrd="0" presId="urn:microsoft.com/office/officeart/2018/5/layout/IconCircleLabelList"/>
    <dgm:cxn modelId="{59F63354-D9FC-478D-88A2-4C78E71FFC20}" type="presParOf" srcId="{9D0ED2B9-782A-4B0D-8446-3076DF873CA1}" destId="{18C92B0D-45B3-4F33-B744-47251C56B26D}" srcOrd="0" destOrd="0" presId="urn:microsoft.com/office/officeart/2018/5/layout/IconCircleLabelList"/>
    <dgm:cxn modelId="{7F4385EE-AF96-44FF-8386-00C450CB14CE}" type="presParOf" srcId="{9D0ED2B9-782A-4B0D-8446-3076DF873CA1}" destId="{C560F174-FB05-43A6-9315-ED295C61D26C}" srcOrd="1" destOrd="0" presId="urn:microsoft.com/office/officeart/2018/5/layout/IconCircleLabelList"/>
    <dgm:cxn modelId="{43AB7BBA-BFB9-4A57-9662-602FBE0F495A}" type="presParOf" srcId="{9D0ED2B9-782A-4B0D-8446-3076DF873CA1}" destId="{FE14627C-8EC5-47BD-BC31-53EDBB9598C1}" srcOrd="2" destOrd="0" presId="urn:microsoft.com/office/officeart/2018/5/layout/IconCircleLabelList"/>
    <dgm:cxn modelId="{7C4C389F-EB59-4B75-85DA-FBC81A1544BF}" type="presParOf" srcId="{9D0ED2B9-782A-4B0D-8446-3076DF873CA1}" destId="{4974E513-0FC6-4C00-BA50-F0CD50A82F2B}" srcOrd="3" destOrd="0" presId="urn:microsoft.com/office/officeart/2018/5/layout/IconCircleLabelList"/>
    <dgm:cxn modelId="{76F97CB9-BA4E-45DA-A08B-2FA4A3A90461}" type="presParOf" srcId="{23C5BEBD-0F6C-4327-A78D-E2F83DBE00B9}" destId="{6FEFE216-287D-4956-B13B-69C056EFAD17}" srcOrd="5" destOrd="0" presId="urn:microsoft.com/office/officeart/2018/5/layout/IconCircleLabelList"/>
    <dgm:cxn modelId="{98670280-3C30-470A-8B71-DD36E0429157}" type="presParOf" srcId="{23C5BEBD-0F6C-4327-A78D-E2F83DBE00B9}" destId="{2E4C2D64-411F-410E-9041-DF3888ADD202}" srcOrd="6" destOrd="0" presId="urn:microsoft.com/office/officeart/2018/5/layout/IconCircleLabelList"/>
    <dgm:cxn modelId="{F2C42B86-9447-4042-BFA7-D8FB2B65B7C1}" type="presParOf" srcId="{2E4C2D64-411F-410E-9041-DF3888ADD202}" destId="{77C3F60D-B6BD-48A2-9556-137929972869}" srcOrd="0" destOrd="0" presId="urn:microsoft.com/office/officeart/2018/5/layout/IconCircleLabelList"/>
    <dgm:cxn modelId="{D791D2F4-AE36-4CEE-866E-B65475903122}" type="presParOf" srcId="{2E4C2D64-411F-410E-9041-DF3888ADD202}" destId="{0AD45918-3545-4E8F-9FC7-8F63DF8884F6}" srcOrd="1" destOrd="0" presId="urn:microsoft.com/office/officeart/2018/5/layout/IconCircleLabelList"/>
    <dgm:cxn modelId="{124F20DD-8687-40F6-8CB2-DCE756443CFF}" type="presParOf" srcId="{2E4C2D64-411F-410E-9041-DF3888ADD202}" destId="{5C65B166-E1A6-4238-B22D-4C3DDC2C7864}" srcOrd="2" destOrd="0" presId="urn:microsoft.com/office/officeart/2018/5/layout/IconCircleLabelList"/>
    <dgm:cxn modelId="{DB5DDACC-F32C-49E4-9413-34CDA4967372}" type="presParOf" srcId="{2E4C2D64-411F-410E-9041-DF3888ADD202}" destId="{DBF684E3-1708-46DE-A4BC-7A1501E696A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ED37504-2489-407C-A1C0-1BB7A063F7E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B03F58CB-A15C-40A5-8F53-A1F4CEF1496E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800" b="1" i="0" dirty="0"/>
            <a:t>Emails, </a:t>
          </a:r>
          <a:r>
            <a:rPr lang="en-US" sz="1800" b="1" i="0" dirty="0" err="1"/>
            <a:t>Phone_numbers</a:t>
          </a:r>
          <a:r>
            <a:rPr lang="en-US" sz="1800" b="1" i="0" dirty="0"/>
            <a:t>, Addresses:</a:t>
          </a:r>
          <a:r>
            <a:rPr lang="en-US" sz="1800" b="0" i="0" dirty="0"/>
            <a:t> Store contact details of individuals.</a:t>
          </a:r>
          <a:endParaRPr lang="en-US" sz="1800" dirty="0"/>
        </a:p>
      </dgm:t>
    </dgm:pt>
    <dgm:pt modelId="{E9E25D08-35A6-4B62-9DD1-3679B60FA7A9}" type="parTrans" cxnId="{D0279BC1-E04D-4FDB-8787-035A48304AE5}">
      <dgm:prSet/>
      <dgm:spPr/>
      <dgm:t>
        <a:bodyPr/>
        <a:lstStyle/>
        <a:p>
          <a:endParaRPr lang="en-US"/>
        </a:p>
      </dgm:t>
    </dgm:pt>
    <dgm:pt modelId="{439278DB-6998-4587-9482-CB46176D91CC}" type="sibTrans" cxnId="{D0279BC1-E04D-4FDB-8787-035A48304AE5}">
      <dgm:prSet/>
      <dgm:spPr/>
      <dgm:t>
        <a:bodyPr/>
        <a:lstStyle/>
        <a:p>
          <a:endParaRPr lang="en-US"/>
        </a:p>
      </dgm:t>
    </dgm:pt>
    <dgm:pt modelId="{34D44AAC-D32D-4943-95FD-6F5402EAC5C1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600" b="1" i="0" dirty="0"/>
            <a:t>Education, Employment:</a:t>
          </a:r>
          <a:r>
            <a:rPr lang="en-US" sz="1600" b="0" i="0" dirty="0"/>
            <a:t> Record educational and employment history.</a:t>
          </a:r>
          <a:endParaRPr lang="en-US" sz="1600" dirty="0"/>
        </a:p>
      </dgm:t>
    </dgm:pt>
    <dgm:pt modelId="{57B6DB53-9B28-43D1-A2A3-FCFD8419D8E5}" type="parTrans" cxnId="{FE84ADD0-84C6-40DC-B16A-5471868C16CB}">
      <dgm:prSet/>
      <dgm:spPr/>
      <dgm:t>
        <a:bodyPr/>
        <a:lstStyle/>
        <a:p>
          <a:endParaRPr lang="en-US"/>
        </a:p>
      </dgm:t>
    </dgm:pt>
    <dgm:pt modelId="{2C51CB20-CD83-4781-98AE-7FE0B1CD0F02}" type="sibTrans" cxnId="{FE84ADD0-84C6-40DC-B16A-5471868C16CB}">
      <dgm:prSet/>
      <dgm:spPr/>
      <dgm:t>
        <a:bodyPr/>
        <a:lstStyle/>
        <a:p>
          <a:endParaRPr lang="en-US"/>
        </a:p>
      </dgm:t>
    </dgm:pt>
    <dgm:pt modelId="{64D9D8A8-4EB5-4D4F-9E76-BB5403D3F96D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600" b="1" i="0" dirty="0"/>
            <a:t>Property , </a:t>
          </a:r>
          <a:br>
            <a:rPr lang="en-US" sz="1600" b="0" i="0" dirty="0"/>
          </a:br>
          <a:r>
            <a:rPr lang="en-US" sz="1600" b="0" i="0" dirty="0"/>
            <a:t>Manages FIA assets like properties and their details.</a:t>
          </a:r>
          <a:endParaRPr lang="en-US" sz="1600" dirty="0"/>
        </a:p>
        <a:p>
          <a:pPr>
            <a:lnSpc>
              <a:spcPct val="100000"/>
            </a:lnSpc>
            <a:defRPr cap="all"/>
          </a:pPr>
          <a:r>
            <a:rPr lang="en-US" sz="1600" b="0" i="0" dirty="0"/>
            <a:t>Contains fields for property type, address, registration ID, etc.</a:t>
          </a:r>
          <a:endParaRPr lang="en-US" sz="1600" dirty="0"/>
        </a:p>
      </dgm:t>
    </dgm:pt>
    <dgm:pt modelId="{C17E93B5-43BC-434C-9711-D5A90000F93D}" type="parTrans" cxnId="{88C186DE-A797-4FE9-952F-0E73E190D352}">
      <dgm:prSet/>
      <dgm:spPr/>
      <dgm:t>
        <a:bodyPr/>
        <a:lstStyle/>
        <a:p>
          <a:endParaRPr lang="en-US"/>
        </a:p>
      </dgm:t>
    </dgm:pt>
    <dgm:pt modelId="{6B7D9107-D355-4863-836A-878FAC5C6D34}" type="sibTrans" cxnId="{88C186DE-A797-4FE9-952F-0E73E190D352}">
      <dgm:prSet/>
      <dgm:spPr/>
      <dgm:t>
        <a:bodyPr/>
        <a:lstStyle/>
        <a:p>
          <a:endParaRPr lang="en-US"/>
        </a:p>
      </dgm:t>
    </dgm:pt>
    <dgm:pt modelId="{805D30C6-D679-48CB-AFC9-1CE809DA6487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400" b="1" i="0" dirty="0"/>
            <a:t>Vehicles:</a:t>
          </a:r>
          <a:br>
            <a:rPr lang="en-US" sz="1400" b="1" i="0" dirty="0"/>
          </a:br>
          <a:r>
            <a:rPr lang="en-US" sz="1400" b="0" i="0" dirty="0"/>
            <a:t>Tracks vehicles owned by FIA personnel.</a:t>
          </a:r>
          <a:endParaRPr lang="en-US" sz="1400" dirty="0"/>
        </a:p>
        <a:p>
          <a:pPr>
            <a:lnSpc>
              <a:spcPct val="100000"/>
            </a:lnSpc>
            <a:defRPr cap="all"/>
          </a:pPr>
          <a:r>
            <a:rPr lang="en-US" sz="1400" b="0" i="0" dirty="0"/>
            <a:t>Includes fields for vehicle make, model, year, registration number, etc.</a:t>
          </a:r>
          <a:br>
            <a:rPr lang="en-US" sz="1400" b="0" i="0" dirty="0"/>
          </a:br>
          <a:endParaRPr lang="en-US" sz="1400" dirty="0"/>
        </a:p>
      </dgm:t>
    </dgm:pt>
    <dgm:pt modelId="{5B4C2F03-0C66-4BA9-BF50-1EE8D7C79241}" type="parTrans" cxnId="{38A436FA-DCA6-4D75-AC72-4ED4080DD522}">
      <dgm:prSet/>
      <dgm:spPr/>
      <dgm:t>
        <a:bodyPr/>
        <a:lstStyle/>
        <a:p>
          <a:endParaRPr lang="en-US"/>
        </a:p>
      </dgm:t>
    </dgm:pt>
    <dgm:pt modelId="{6F0415DF-2F84-4B88-BBB3-5A94B90EE319}" type="sibTrans" cxnId="{38A436FA-DCA6-4D75-AC72-4ED4080DD522}">
      <dgm:prSet/>
      <dgm:spPr/>
      <dgm:t>
        <a:bodyPr/>
        <a:lstStyle/>
        <a:p>
          <a:endParaRPr lang="en-US"/>
        </a:p>
      </dgm:t>
    </dgm:pt>
    <dgm:pt modelId="{1DA5CF30-DC15-43BD-8C32-D2927088A7BB}" type="pres">
      <dgm:prSet presAssocID="{4ED37504-2489-407C-A1C0-1BB7A063F7E5}" presName="root" presStyleCnt="0">
        <dgm:presLayoutVars>
          <dgm:dir/>
          <dgm:resizeHandles val="exact"/>
        </dgm:presLayoutVars>
      </dgm:prSet>
      <dgm:spPr/>
    </dgm:pt>
    <dgm:pt modelId="{EFDFEA5E-B7CD-486A-B227-BBC1EB409A70}" type="pres">
      <dgm:prSet presAssocID="{B03F58CB-A15C-40A5-8F53-A1F4CEF1496E}" presName="compNode" presStyleCnt="0"/>
      <dgm:spPr/>
    </dgm:pt>
    <dgm:pt modelId="{048928CB-8FF3-4C7F-8957-3200266A0C29}" type="pres">
      <dgm:prSet presAssocID="{B03F58CB-A15C-40A5-8F53-A1F4CEF1496E}" presName="iconBgRect" presStyleLbl="bgShp" presStyleIdx="0" presStyleCnt="4"/>
      <dgm:spPr/>
    </dgm:pt>
    <dgm:pt modelId="{31342E6F-5E59-4A42-BFE8-46C16ABB95F3}" type="pres">
      <dgm:prSet presAssocID="{B03F58CB-A15C-40A5-8F53-A1F4CEF1496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966BCBAA-61E9-4D4C-A2E0-930F52C2C95F}" type="pres">
      <dgm:prSet presAssocID="{B03F58CB-A15C-40A5-8F53-A1F4CEF1496E}" presName="spaceRect" presStyleCnt="0"/>
      <dgm:spPr/>
    </dgm:pt>
    <dgm:pt modelId="{6127BDF0-25C5-444D-A5DC-C2EFF84B4CFC}" type="pres">
      <dgm:prSet presAssocID="{B03F58CB-A15C-40A5-8F53-A1F4CEF1496E}" presName="textRect" presStyleLbl="revTx" presStyleIdx="0" presStyleCnt="4">
        <dgm:presLayoutVars>
          <dgm:chMax val="1"/>
          <dgm:chPref val="1"/>
        </dgm:presLayoutVars>
      </dgm:prSet>
      <dgm:spPr/>
    </dgm:pt>
    <dgm:pt modelId="{C43A33C1-AF5B-4160-A91A-EE924CD884CA}" type="pres">
      <dgm:prSet presAssocID="{439278DB-6998-4587-9482-CB46176D91CC}" presName="sibTrans" presStyleCnt="0"/>
      <dgm:spPr/>
    </dgm:pt>
    <dgm:pt modelId="{B03310D4-9B73-42F5-B753-81583DDE4FF3}" type="pres">
      <dgm:prSet presAssocID="{34D44AAC-D32D-4943-95FD-6F5402EAC5C1}" presName="compNode" presStyleCnt="0"/>
      <dgm:spPr/>
    </dgm:pt>
    <dgm:pt modelId="{10380691-7FDD-4C26-87DA-8BBE8CAD8757}" type="pres">
      <dgm:prSet presAssocID="{34D44AAC-D32D-4943-95FD-6F5402EAC5C1}" presName="iconBgRect" presStyleLbl="bgShp" presStyleIdx="1" presStyleCnt="4"/>
      <dgm:spPr/>
    </dgm:pt>
    <dgm:pt modelId="{66D78B57-775E-4E1C-BAD5-FB3CA9F34BFE}" type="pres">
      <dgm:prSet presAssocID="{34D44AAC-D32D-4943-95FD-6F5402EAC5C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EACDFC7F-F95B-4D11-B510-16C283E8EE26}" type="pres">
      <dgm:prSet presAssocID="{34D44AAC-D32D-4943-95FD-6F5402EAC5C1}" presName="spaceRect" presStyleCnt="0"/>
      <dgm:spPr/>
    </dgm:pt>
    <dgm:pt modelId="{8B3C86D0-39B1-453F-962B-A1E324EC5EA0}" type="pres">
      <dgm:prSet presAssocID="{34D44AAC-D32D-4943-95FD-6F5402EAC5C1}" presName="textRect" presStyleLbl="revTx" presStyleIdx="1" presStyleCnt="4">
        <dgm:presLayoutVars>
          <dgm:chMax val="1"/>
          <dgm:chPref val="1"/>
        </dgm:presLayoutVars>
      </dgm:prSet>
      <dgm:spPr/>
    </dgm:pt>
    <dgm:pt modelId="{2F10194C-AAD5-4527-962C-35681EC844C7}" type="pres">
      <dgm:prSet presAssocID="{2C51CB20-CD83-4781-98AE-7FE0B1CD0F02}" presName="sibTrans" presStyleCnt="0"/>
      <dgm:spPr/>
    </dgm:pt>
    <dgm:pt modelId="{949F7F43-E8A9-45F7-BB8C-3572892101AE}" type="pres">
      <dgm:prSet presAssocID="{64D9D8A8-4EB5-4D4F-9E76-BB5403D3F96D}" presName="compNode" presStyleCnt="0"/>
      <dgm:spPr/>
    </dgm:pt>
    <dgm:pt modelId="{35D4302E-F518-490A-8891-D63CE0C575C3}" type="pres">
      <dgm:prSet presAssocID="{64D9D8A8-4EB5-4D4F-9E76-BB5403D3F96D}" presName="iconBgRect" presStyleLbl="bgShp" presStyleIdx="2" presStyleCnt="4"/>
      <dgm:spPr/>
    </dgm:pt>
    <dgm:pt modelId="{B075F2EE-2E46-4DE5-AA0E-364D0FAAC0F6}" type="pres">
      <dgm:prSet presAssocID="{64D9D8A8-4EB5-4D4F-9E76-BB5403D3F96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ilding"/>
        </a:ext>
      </dgm:extLst>
    </dgm:pt>
    <dgm:pt modelId="{91CA1745-2A3F-4D3B-9BF3-56BD4C0ADEA9}" type="pres">
      <dgm:prSet presAssocID="{64D9D8A8-4EB5-4D4F-9E76-BB5403D3F96D}" presName="spaceRect" presStyleCnt="0"/>
      <dgm:spPr/>
    </dgm:pt>
    <dgm:pt modelId="{4392B7B7-C506-4B12-9699-4413E5309349}" type="pres">
      <dgm:prSet presAssocID="{64D9D8A8-4EB5-4D4F-9E76-BB5403D3F96D}" presName="textRect" presStyleLbl="revTx" presStyleIdx="2" presStyleCnt="4">
        <dgm:presLayoutVars>
          <dgm:chMax val="1"/>
          <dgm:chPref val="1"/>
        </dgm:presLayoutVars>
      </dgm:prSet>
      <dgm:spPr/>
    </dgm:pt>
    <dgm:pt modelId="{9F9C7272-EF9F-4E92-9170-44FA633F3BA4}" type="pres">
      <dgm:prSet presAssocID="{6B7D9107-D355-4863-836A-878FAC5C6D34}" presName="sibTrans" presStyleCnt="0"/>
      <dgm:spPr/>
    </dgm:pt>
    <dgm:pt modelId="{286893D2-195A-43CB-BF3F-0716BFB2D95F}" type="pres">
      <dgm:prSet presAssocID="{805D30C6-D679-48CB-AFC9-1CE809DA6487}" presName="compNode" presStyleCnt="0"/>
      <dgm:spPr/>
    </dgm:pt>
    <dgm:pt modelId="{A2C39385-CD7C-4C3E-BC9B-87831E629F08}" type="pres">
      <dgm:prSet presAssocID="{805D30C6-D679-48CB-AFC9-1CE809DA6487}" presName="iconBgRect" presStyleLbl="bgShp" presStyleIdx="3" presStyleCnt="4"/>
      <dgm:spPr>
        <a:blipFill rotWithShape="0"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</dgm:pt>
    <dgm:pt modelId="{BC216E92-EBA4-41B3-B008-63EFF5E4EAE6}" type="pres">
      <dgm:prSet presAssocID="{805D30C6-D679-48CB-AFC9-1CE809DA6487}" presName="iconRect" presStyleLbl="node1" presStyleIdx="3" presStyleCnt="4" custAng="0" custFlipHor="0" custScaleX="102575" custLinFactX="-394982" custLinFactY="100000" custLinFactNeighborX="-400000" custLinFactNeighborY="16233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 t="-1000" b="-1000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hesive Bandage outline"/>
        </a:ext>
      </dgm:extLst>
    </dgm:pt>
    <dgm:pt modelId="{FC819AE8-7732-4CCD-9018-9EE47E61EB38}" type="pres">
      <dgm:prSet presAssocID="{805D30C6-D679-48CB-AFC9-1CE809DA6487}" presName="spaceRect" presStyleCnt="0"/>
      <dgm:spPr/>
    </dgm:pt>
    <dgm:pt modelId="{0FC67BA3-D87C-4282-8AA9-71CEED9721D5}" type="pres">
      <dgm:prSet presAssocID="{805D30C6-D679-48CB-AFC9-1CE809DA648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23AB310-CFD7-42BA-B326-6030781FAB58}" type="presOf" srcId="{34D44AAC-D32D-4943-95FD-6F5402EAC5C1}" destId="{8B3C86D0-39B1-453F-962B-A1E324EC5EA0}" srcOrd="0" destOrd="0" presId="urn:microsoft.com/office/officeart/2018/5/layout/IconCircleLabelList"/>
    <dgm:cxn modelId="{FAC7A780-D613-435D-80F6-E1929AF2404E}" type="presOf" srcId="{805D30C6-D679-48CB-AFC9-1CE809DA6487}" destId="{0FC67BA3-D87C-4282-8AA9-71CEED9721D5}" srcOrd="0" destOrd="0" presId="urn:microsoft.com/office/officeart/2018/5/layout/IconCircleLabelList"/>
    <dgm:cxn modelId="{747F95B8-5F9C-4EB8-99E7-AD5DF2DFB1A5}" type="presOf" srcId="{B03F58CB-A15C-40A5-8F53-A1F4CEF1496E}" destId="{6127BDF0-25C5-444D-A5DC-C2EFF84B4CFC}" srcOrd="0" destOrd="0" presId="urn:microsoft.com/office/officeart/2018/5/layout/IconCircleLabelList"/>
    <dgm:cxn modelId="{D0279BC1-E04D-4FDB-8787-035A48304AE5}" srcId="{4ED37504-2489-407C-A1C0-1BB7A063F7E5}" destId="{B03F58CB-A15C-40A5-8F53-A1F4CEF1496E}" srcOrd="0" destOrd="0" parTransId="{E9E25D08-35A6-4B62-9DD1-3679B60FA7A9}" sibTransId="{439278DB-6998-4587-9482-CB46176D91CC}"/>
    <dgm:cxn modelId="{FE84ADD0-84C6-40DC-B16A-5471868C16CB}" srcId="{4ED37504-2489-407C-A1C0-1BB7A063F7E5}" destId="{34D44AAC-D32D-4943-95FD-6F5402EAC5C1}" srcOrd="1" destOrd="0" parTransId="{57B6DB53-9B28-43D1-A2A3-FCFD8419D8E5}" sibTransId="{2C51CB20-CD83-4781-98AE-7FE0B1CD0F02}"/>
    <dgm:cxn modelId="{88C186DE-A797-4FE9-952F-0E73E190D352}" srcId="{4ED37504-2489-407C-A1C0-1BB7A063F7E5}" destId="{64D9D8A8-4EB5-4D4F-9E76-BB5403D3F96D}" srcOrd="2" destOrd="0" parTransId="{C17E93B5-43BC-434C-9711-D5A90000F93D}" sibTransId="{6B7D9107-D355-4863-836A-878FAC5C6D34}"/>
    <dgm:cxn modelId="{9C7B74E6-D0F1-4EBD-92A2-C47FB705333C}" type="presOf" srcId="{4ED37504-2489-407C-A1C0-1BB7A063F7E5}" destId="{1DA5CF30-DC15-43BD-8C32-D2927088A7BB}" srcOrd="0" destOrd="0" presId="urn:microsoft.com/office/officeart/2018/5/layout/IconCircleLabelList"/>
    <dgm:cxn modelId="{193D93EF-E27D-4751-AD75-A59C737A84FA}" type="presOf" srcId="{64D9D8A8-4EB5-4D4F-9E76-BB5403D3F96D}" destId="{4392B7B7-C506-4B12-9699-4413E5309349}" srcOrd="0" destOrd="0" presId="urn:microsoft.com/office/officeart/2018/5/layout/IconCircleLabelList"/>
    <dgm:cxn modelId="{38A436FA-DCA6-4D75-AC72-4ED4080DD522}" srcId="{4ED37504-2489-407C-A1C0-1BB7A063F7E5}" destId="{805D30C6-D679-48CB-AFC9-1CE809DA6487}" srcOrd="3" destOrd="0" parTransId="{5B4C2F03-0C66-4BA9-BF50-1EE8D7C79241}" sibTransId="{6F0415DF-2F84-4B88-BBB3-5A94B90EE319}"/>
    <dgm:cxn modelId="{3FA03C70-1DBD-4DAC-B691-0B410CD78EFE}" type="presParOf" srcId="{1DA5CF30-DC15-43BD-8C32-D2927088A7BB}" destId="{EFDFEA5E-B7CD-486A-B227-BBC1EB409A70}" srcOrd="0" destOrd="0" presId="urn:microsoft.com/office/officeart/2018/5/layout/IconCircleLabelList"/>
    <dgm:cxn modelId="{1DE4DEA0-4FE2-4694-AA18-9064510BC947}" type="presParOf" srcId="{EFDFEA5E-B7CD-486A-B227-BBC1EB409A70}" destId="{048928CB-8FF3-4C7F-8957-3200266A0C29}" srcOrd="0" destOrd="0" presId="urn:microsoft.com/office/officeart/2018/5/layout/IconCircleLabelList"/>
    <dgm:cxn modelId="{48CBBDF9-791E-4C4C-8D5A-68A17BEACEF6}" type="presParOf" srcId="{EFDFEA5E-B7CD-486A-B227-BBC1EB409A70}" destId="{31342E6F-5E59-4A42-BFE8-46C16ABB95F3}" srcOrd="1" destOrd="0" presId="urn:microsoft.com/office/officeart/2018/5/layout/IconCircleLabelList"/>
    <dgm:cxn modelId="{66DC7136-4DDE-40A7-8052-745A82E9E9A9}" type="presParOf" srcId="{EFDFEA5E-B7CD-486A-B227-BBC1EB409A70}" destId="{966BCBAA-61E9-4D4C-A2E0-930F52C2C95F}" srcOrd="2" destOrd="0" presId="urn:microsoft.com/office/officeart/2018/5/layout/IconCircleLabelList"/>
    <dgm:cxn modelId="{AF2006BD-5F21-4040-92C0-8E6334FE27F5}" type="presParOf" srcId="{EFDFEA5E-B7CD-486A-B227-BBC1EB409A70}" destId="{6127BDF0-25C5-444D-A5DC-C2EFF84B4CFC}" srcOrd="3" destOrd="0" presId="urn:microsoft.com/office/officeart/2018/5/layout/IconCircleLabelList"/>
    <dgm:cxn modelId="{99553A20-EE4F-4793-A321-05168491AE61}" type="presParOf" srcId="{1DA5CF30-DC15-43BD-8C32-D2927088A7BB}" destId="{C43A33C1-AF5B-4160-A91A-EE924CD884CA}" srcOrd="1" destOrd="0" presId="urn:microsoft.com/office/officeart/2018/5/layout/IconCircleLabelList"/>
    <dgm:cxn modelId="{1CFDCF4A-4D05-43C2-A677-7FD52C3A363F}" type="presParOf" srcId="{1DA5CF30-DC15-43BD-8C32-D2927088A7BB}" destId="{B03310D4-9B73-42F5-B753-81583DDE4FF3}" srcOrd="2" destOrd="0" presId="urn:microsoft.com/office/officeart/2018/5/layout/IconCircleLabelList"/>
    <dgm:cxn modelId="{56F10BC8-B079-4406-B60B-1D2E6444F302}" type="presParOf" srcId="{B03310D4-9B73-42F5-B753-81583DDE4FF3}" destId="{10380691-7FDD-4C26-87DA-8BBE8CAD8757}" srcOrd="0" destOrd="0" presId="urn:microsoft.com/office/officeart/2018/5/layout/IconCircleLabelList"/>
    <dgm:cxn modelId="{FAAA1CE8-0220-484D-A908-81766FCC2910}" type="presParOf" srcId="{B03310D4-9B73-42F5-B753-81583DDE4FF3}" destId="{66D78B57-775E-4E1C-BAD5-FB3CA9F34BFE}" srcOrd="1" destOrd="0" presId="urn:microsoft.com/office/officeart/2018/5/layout/IconCircleLabelList"/>
    <dgm:cxn modelId="{A5073E4A-482D-465F-B5BA-D991A6266145}" type="presParOf" srcId="{B03310D4-9B73-42F5-B753-81583DDE4FF3}" destId="{EACDFC7F-F95B-4D11-B510-16C283E8EE26}" srcOrd="2" destOrd="0" presId="urn:microsoft.com/office/officeart/2018/5/layout/IconCircleLabelList"/>
    <dgm:cxn modelId="{A90E813C-EB64-4CA6-BF3A-555D046053A1}" type="presParOf" srcId="{B03310D4-9B73-42F5-B753-81583DDE4FF3}" destId="{8B3C86D0-39B1-453F-962B-A1E324EC5EA0}" srcOrd="3" destOrd="0" presId="urn:microsoft.com/office/officeart/2018/5/layout/IconCircleLabelList"/>
    <dgm:cxn modelId="{838E79C1-C073-4F2F-930D-DC204413B180}" type="presParOf" srcId="{1DA5CF30-DC15-43BD-8C32-D2927088A7BB}" destId="{2F10194C-AAD5-4527-962C-35681EC844C7}" srcOrd="3" destOrd="0" presId="urn:microsoft.com/office/officeart/2018/5/layout/IconCircleLabelList"/>
    <dgm:cxn modelId="{4841EF32-8CE4-4D61-A15E-E219C73EC95E}" type="presParOf" srcId="{1DA5CF30-DC15-43BD-8C32-D2927088A7BB}" destId="{949F7F43-E8A9-45F7-BB8C-3572892101AE}" srcOrd="4" destOrd="0" presId="urn:microsoft.com/office/officeart/2018/5/layout/IconCircleLabelList"/>
    <dgm:cxn modelId="{2BB9A5C3-310C-4F24-8118-4F7568DF8275}" type="presParOf" srcId="{949F7F43-E8A9-45F7-BB8C-3572892101AE}" destId="{35D4302E-F518-490A-8891-D63CE0C575C3}" srcOrd="0" destOrd="0" presId="urn:microsoft.com/office/officeart/2018/5/layout/IconCircleLabelList"/>
    <dgm:cxn modelId="{847DF75B-0D59-49BF-A0D7-4CD3107C6C1E}" type="presParOf" srcId="{949F7F43-E8A9-45F7-BB8C-3572892101AE}" destId="{B075F2EE-2E46-4DE5-AA0E-364D0FAAC0F6}" srcOrd="1" destOrd="0" presId="urn:microsoft.com/office/officeart/2018/5/layout/IconCircleLabelList"/>
    <dgm:cxn modelId="{8BC8533A-8413-4C2F-B82A-12D938118869}" type="presParOf" srcId="{949F7F43-E8A9-45F7-BB8C-3572892101AE}" destId="{91CA1745-2A3F-4D3B-9BF3-56BD4C0ADEA9}" srcOrd="2" destOrd="0" presId="urn:microsoft.com/office/officeart/2018/5/layout/IconCircleLabelList"/>
    <dgm:cxn modelId="{9C974099-A1BD-49D1-AE7E-4327700BCFCD}" type="presParOf" srcId="{949F7F43-E8A9-45F7-BB8C-3572892101AE}" destId="{4392B7B7-C506-4B12-9699-4413E5309349}" srcOrd="3" destOrd="0" presId="urn:microsoft.com/office/officeart/2018/5/layout/IconCircleLabelList"/>
    <dgm:cxn modelId="{ED621134-BCAE-4D59-8CC7-7679422CEB14}" type="presParOf" srcId="{1DA5CF30-DC15-43BD-8C32-D2927088A7BB}" destId="{9F9C7272-EF9F-4E92-9170-44FA633F3BA4}" srcOrd="5" destOrd="0" presId="urn:microsoft.com/office/officeart/2018/5/layout/IconCircleLabelList"/>
    <dgm:cxn modelId="{13D776C6-56D5-4AA4-89CA-EBE4E1C0C669}" type="presParOf" srcId="{1DA5CF30-DC15-43BD-8C32-D2927088A7BB}" destId="{286893D2-195A-43CB-BF3F-0716BFB2D95F}" srcOrd="6" destOrd="0" presId="urn:microsoft.com/office/officeart/2018/5/layout/IconCircleLabelList"/>
    <dgm:cxn modelId="{7CFF6D05-C7C5-4DFC-9C43-A0FD16036A56}" type="presParOf" srcId="{286893D2-195A-43CB-BF3F-0716BFB2D95F}" destId="{A2C39385-CD7C-4C3E-BC9B-87831E629F08}" srcOrd="0" destOrd="0" presId="urn:microsoft.com/office/officeart/2018/5/layout/IconCircleLabelList"/>
    <dgm:cxn modelId="{8B9830A8-D744-484D-A43A-CE0A17900025}" type="presParOf" srcId="{286893D2-195A-43CB-BF3F-0716BFB2D95F}" destId="{BC216E92-EBA4-41B3-B008-63EFF5E4EAE6}" srcOrd="1" destOrd="0" presId="urn:microsoft.com/office/officeart/2018/5/layout/IconCircleLabelList"/>
    <dgm:cxn modelId="{64085CA7-3854-4788-BFC5-FBBE7E88079A}" type="presParOf" srcId="{286893D2-195A-43CB-BF3F-0716BFB2D95F}" destId="{FC819AE8-7732-4CCD-9018-9EE47E61EB38}" srcOrd="2" destOrd="0" presId="urn:microsoft.com/office/officeart/2018/5/layout/IconCircleLabelList"/>
    <dgm:cxn modelId="{5D15B867-6AB5-4327-A804-306E7E6A59CE}" type="presParOf" srcId="{286893D2-195A-43CB-BF3F-0716BFB2D95F}" destId="{0FC67BA3-D87C-4282-8AA9-71CEED9721D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94CB51-97D7-4B20-8408-605C1A64DB8E}">
      <dsp:nvSpPr>
        <dsp:cNvPr id="0" name=""/>
        <dsp:cNvSpPr/>
      </dsp:nvSpPr>
      <dsp:spPr>
        <a:xfrm>
          <a:off x="973190" y="986724"/>
          <a:ext cx="1264141" cy="126414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856F26-B7EE-4726-A2D7-A6907671AE98}">
      <dsp:nvSpPr>
        <dsp:cNvPr id="0" name=""/>
        <dsp:cNvSpPr/>
      </dsp:nvSpPr>
      <dsp:spPr>
        <a:xfrm>
          <a:off x="1242597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AA437E-57A9-44A1-8D4D-4B59027172A2}">
      <dsp:nvSpPr>
        <dsp:cNvPr id="0" name=""/>
        <dsp:cNvSpPr/>
      </dsp:nvSpPr>
      <dsp:spPr>
        <a:xfrm>
          <a:off x="569079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i="0" kern="1200"/>
            <a:t>Frontend (GUI):</a:t>
          </a:r>
          <a:r>
            <a:rPr lang="en-US" sz="1200" b="0" i="0" kern="1200"/>
            <a:t> PyQt6 interfaces for user interaction.</a:t>
          </a:r>
          <a:endParaRPr lang="en-US" sz="1200" kern="1200"/>
        </a:p>
      </dsp:txBody>
      <dsp:txXfrm>
        <a:off x="569079" y="2644614"/>
        <a:ext cx="2072362" cy="720000"/>
      </dsp:txXfrm>
    </dsp:sp>
    <dsp:sp modelId="{9E2A32E9-BC68-4CAD-BDED-721B0D426F25}">
      <dsp:nvSpPr>
        <dsp:cNvPr id="0" name=""/>
        <dsp:cNvSpPr/>
      </dsp:nvSpPr>
      <dsp:spPr>
        <a:xfrm>
          <a:off x="3408216" y="986724"/>
          <a:ext cx="1264141" cy="1264141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FB49D8-A14A-453C-A0B9-BBCE1DE9CC33}">
      <dsp:nvSpPr>
        <dsp:cNvPr id="0" name=""/>
        <dsp:cNvSpPr/>
      </dsp:nvSpPr>
      <dsp:spPr>
        <a:xfrm>
          <a:off x="3677623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238A6A-09F9-4229-A9C1-5D47A3139F19}">
      <dsp:nvSpPr>
        <dsp:cNvPr id="0" name=""/>
        <dsp:cNvSpPr/>
      </dsp:nvSpPr>
      <dsp:spPr>
        <a:xfrm>
          <a:off x="3004105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i="0" kern="1200"/>
            <a:t>Backend:</a:t>
          </a:r>
          <a:r>
            <a:rPr lang="en-US" sz="1200" b="0" i="0" kern="1200"/>
            <a:t> Python logic for data processing and MySQL interaction.</a:t>
          </a:r>
          <a:endParaRPr lang="en-US" sz="1200" kern="1200"/>
        </a:p>
      </dsp:txBody>
      <dsp:txXfrm>
        <a:off x="3004105" y="2644614"/>
        <a:ext cx="2072362" cy="720000"/>
      </dsp:txXfrm>
    </dsp:sp>
    <dsp:sp modelId="{18C92B0D-45B3-4F33-B744-47251C56B26D}">
      <dsp:nvSpPr>
        <dsp:cNvPr id="0" name=""/>
        <dsp:cNvSpPr/>
      </dsp:nvSpPr>
      <dsp:spPr>
        <a:xfrm>
          <a:off x="5843242" y="986724"/>
          <a:ext cx="1264141" cy="126414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60F174-FB05-43A6-9315-ED295C61D26C}">
      <dsp:nvSpPr>
        <dsp:cNvPr id="0" name=""/>
        <dsp:cNvSpPr/>
      </dsp:nvSpPr>
      <dsp:spPr>
        <a:xfrm>
          <a:off x="6112649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74E513-0FC6-4C00-BA50-F0CD50A82F2B}">
      <dsp:nvSpPr>
        <dsp:cNvPr id="0" name=""/>
        <dsp:cNvSpPr/>
      </dsp:nvSpPr>
      <dsp:spPr>
        <a:xfrm>
          <a:off x="5439131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i="0" kern="1200"/>
            <a:t>Database:</a:t>
          </a:r>
          <a:r>
            <a:rPr lang="en-US" sz="1200" b="0" i="0" kern="1200"/>
            <a:t> MySQL stores personnel, investigation, and asset data.</a:t>
          </a:r>
          <a:endParaRPr lang="en-US" sz="1200" kern="1200"/>
        </a:p>
      </dsp:txBody>
      <dsp:txXfrm>
        <a:off x="5439131" y="2644614"/>
        <a:ext cx="2072362" cy="720000"/>
      </dsp:txXfrm>
    </dsp:sp>
    <dsp:sp modelId="{77C3F60D-B6BD-48A2-9556-137929972869}">
      <dsp:nvSpPr>
        <dsp:cNvPr id="0" name=""/>
        <dsp:cNvSpPr/>
      </dsp:nvSpPr>
      <dsp:spPr>
        <a:xfrm>
          <a:off x="8278268" y="986724"/>
          <a:ext cx="1264141" cy="126414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D45918-3545-4E8F-9FC7-8F63DF8884F6}">
      <dsp:nvSpPr>
        <dsp:cNvPr id="0" name=""/>
        <dsp:cNvSpPr/>
      </dsp:nvSpPr>
      <dsp:spPr>
        <a:xfrm>
          <a:off x="8547675" y="1256131"/>
          <a:ext cx="725326" cy="725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F684E3-1708-46DE-A4BC-7A1501E696A8}">
      <dsp:nvSpPr>
        <dsp:cNvPr id="0" name=""/>
        <dsp:cNvSpPr/>
      </dsp:nvSpPr>
      <dsp:spPr>
        <a:xfrm>
          <a:off x="7874157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1" i="0" kern="1200"/>
            <a:t>Client-Server:</a:t>
          </a:r>
          <a:r>
            <a:rPr lang="en-US" sz="1200" b="0" i="0" kern="1200"/>
            <a:t> JSON model for frontend-backend communication.</a:t>
          </a:r>
          <a:endParaRPr lang="en-US" sz="1200" kern="1200"/>
        </a:p>
      </dsp:txBody>
      <dsp:txXfrm>
        <a:off x="7874157" y="2644614"/>
        <a:ext cx="2072362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8928CB-8FF3-4C7F-8957-3200266A0C29}">
      <dsp:nvSpPr>
        <dsp:cNvPr id="0" name=""/>
        <dsp:cNvSpPr/>
      </dsp:nvSpPr>
      <dsp:spPr>
        <a:xfrm>
          <a:off x="562927" y="109957"/>
          <a:ext cx="1445998" cy="144599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342E6F-5E59-4A42-BFE8-46C16ABB95F3}">
      <dsp:nvSpPr>
        <dsp:cNvPr id="0" name=""/>
        <dsp:cNvSpPr/>
      </dsp:nvSpPr>
      <dsp:spPr>
        <a:xfrm>
          <a:off x="871091" y="41812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27BDF0-25C5-444D-A5DC-C2EFF84B4CFC}">
      <dsp:nvSpPr>
        <dsp:cNvPr id="0" name=""/>
        <dsp:cNvSpPr/>
      </dsp:nvSpPr>
      <dsp:spPr>
        <a:xfrm>
          <a:off x="100682" y="2006348"/>
          <a:ext cx="2370489" cy="2076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b="1" i="0" kern="1200" dirty="0"/>
            <a:t>Emails, </a:t>
          </a:r>
          <a:r>
            <a:rPr lang="en-US" sz="1800" b="1" i="0" kern="1200" dirty="0" err="1"/>
            <a:t>Phone_numbers</a:t>
          </a:r>
          <a:r>
            <a:rPr lang="en-US" sz="1800" b="1" i="0" kern="1200" dirty="0"/>
            <a:t>, Addresses:</a:t>
          </a:r>
          <a:r>
            <a:rPr lang="en-US" sz="1800" b="0" i="0" kern="1200" dirty="0"/>
            <a:t> Store contact details of individuals.</a:t>
          </a:r>
          <a:endParaRPr lang="en-US" sz="1800" kern="1200" dirty="0"/>
        </a:p>
      </dsp:txBody>
      <dsp:txXfrm>
        <a:off x="100682" y="2006348"/>
        <a:ext cx="2370489" cy="2076499"/>
      </dsp:txXfrm>
    </dsp:sp>
    <dsp:sp modelId="{10380691-7FDD-4C26-87DA-8BBE8CAD8757}">
      <dsp:nvSpPr>
        <dsp:cNvPr id="0" name=""/>
        <dsp:cNvSpPr/>
      </dsp:nvSpPr>
      <dsp:spPr>
        <a:xfrm>
          <a:off x="3348252" y="109957"/>
          <a:ext cx="1445998" cy="144599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D78B57-775E-4E1C-BAD5-FB3CA9F34BFE}">
      <dsp:nvSpPr>
        <dsp:cNvPr id="0" name=""/>
        <dsp:cNvSpPr/>
      </dsp:nvSpPr>
      <dsp:spPr>
        <a:xfrm>
          <a:off x="3656416" y="41812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3C86D0-39B1-453F-962B-A1E324EC5EA0}">
      <dsp:nvSpPr>
        <dsp:cNvPr id="0" name=""/>
        <dsp:cNvSpPr/>
      </dsp:nvSpPr>
      <dsp:spPr>
        <a:xfrm>
          <a:off x="2886007" y="2006348"/>
          <a:ext cx="2370489" cy="2076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i="0" kern="1200" dirty="0"/>
            <a:t>Education, Employment:</a:t>
          </a:r>
          <a:r>
            <a:rPr lang="en-US" sz="1600" b="0" i="0" kern="1200" dirty="0"/>
            <a:t> Record educational and employment history.</a:t>
          </a:r>
          <a:endParaRPr lang="en-US" sz="1600" kern="1200" dirty="0"/>
        </a:p>
      </dsp:txBody>
      <dsp:txXfrm>
        <a:off x="2886007" y="2006348"/>
        <a:ext cx="2370489" cy="2076499"/>
      </dsp:txXfrm>
    </dsp:sp>
    <dsp:sp modelId="{35D4302E-F518-490A-8891-D63CE0C575C3}">
      <dsp:nvSpPr>
        <dsp:cNvPr id="0" name=""/>
        <dsp:cNvSpPr/>
      </dsp:nvSpPr>
      <dsp:spPr>
        <a:xfrm>
          <a:off x="6133577" y="109957"/>
          <a:ext cx="1445998" cy="144599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75F2EE-2E46-4DE5-AA0E-364D0FAAC0F6}">
      <dsp:nvSpPr>
        <dsp:cNvPr id="0" name=""/>
        <dsp:cNvSpPr/>
      </dsp:nvSpPr>
      <dsp:spPr>
        <a:xfrm>
          <a:off x="6441741" y="41812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92B7B7-C506-4B12-9699-4413E5309349}">
      <dsp:nvSpPr>
        <dsp:cNvPr id="0" name=""/>
        <dsp:cNvSpPr/>
      </dsp:nvSpPr>
      <dsp:spPr>
        <a:xfrm>
          <a:off x="5671332" y="2006348"/>
          <a:ext cx="2370489" cy="2076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i="0" kern="1200" dirty="0"/>
            <a:t>Property , </a:t>
          </a:r>
          <a:br>
            <a:rPr lang="en-US" sz="1600" b="0" i="0" kern="1200" dirty="0"/>
          </a:br>
          <a:r>
            <a:rPr lang="en-US" sz="1600" b="0" i="0" kern="1200" dirty="0"/>
            <a:t>Manages FIA assets like properties and their details.</a:t>
          </a:r>
          <a:endParaRPr lang="en-US" sz="1600" kern="1200" dirty="0"/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0" i="0" kern="1200" dirty="0"/>
            <a:t>Contains fields for property type, address, registration ID, etc.</a:t>
          </a:r>
          <a:endParaRPr lang="en-US" sz="1600" kern="1200" dirty="0"/>
        </a:p>
      </dsp:txBody>
      <dsp:txXfrm>
        <a:off x="5671332" y="2006348"/>
        <a:ext cx="2370489" cy="2076499"/>
      </dsp:txXfrm>
    </dsp:sp>
    <dsp:sp modelId="{A2C39385-CD7C-4C3E-BC9B-87831E629F08}">
      <dsp:nvSpPr>
        <dsp:cNvPr id="0" name=""/>
        <dsp:cNvSpPr/>
      </dsp:nvSpPr>
      <dsp:spPr>
        <a:xfrm>
          <a:off x="8918902" y="109957"/>
          <a:ext cx="1445998" cy="1445998"/>
        </a:xfrm>
        <a:prstGeom prst="ellipse">
          <a:avLst/>
        </a:prstGeom>
        <a:blipFill rotWithShape="0"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216E92-EBA4-41B3-B008-63EFF5E4EAE6}">
      <dsp:nvSpPr>
        <dsp:cNvPr id="0" name=""/>
        <dsp:cNvSpPr/>
      </dsp:nvSpPr>
      <dsp:spPr>
        <a:xfrm>
          <a:off x="2620647" y="2594655"/>
          <a:ext cx="851035" cy="82967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 t="-1000" b="-1000"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C67BA3-D87C-4282-8AA9-71CEED9721D5}">
      <dsp:nvSpPr>
        <dsp:cNvPr id="0" name=""/>
        <dsp:cNvSpPr/>
      </dsp:nvSpPr>
      <dsp:spPr>
        <a:xfrm>
          <a:off x="8456657" y="2006348"/>
          <a:ext cx="2370489" cy="20764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1" i="0" kern="1200" dirty="0"/>
            <a:t>Vehicles:</a:t>
          </a:r>
          <a:br>
            <a:rPr lang="en-US" sz="1400" b="1" i="0" kern="1200" dirty="0"/>
          </a:br>
          <a:r>
            <a:rPr lang="en-US" sz="1400" b="0" i="0" kern="1200" dirty="0"/>
            <a:t>Tracks vehicles owned by FIA personnel.</a:t>
          </a:r>
          <a:endParaRPr lang="en-US" sz="1400" kern="1200" dirty="0"/>
        </a:p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b="0" i="0" kern="1200" dirty="0"/>
            <a:t>Includes fields for vehicle make, model, year, registration number, etc.</a:t>
          </a:r>
          <a:br>
            <a:rPr lang="en-US" sz="1400" b="0" i="0" kern="1200" dirty="0"/>
          </a:br>
          <a:endParaRPr lang="en-US" sz="1400" kern="1200" dirty="0"/>
        </a:p>
      </dsp:txBody>
      <dsp:txXfrm>
        <a:off x="8456657" y="2006348"/>
        <a:ext cx="2370489" cy="20764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654C08-A243-479F-95E3-02B35F149BD5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AAF3E6-2B8C-4002-B0B7-911933D47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70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33EAC-11B2-B2F0-57F9-B74AD1A6CF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9589ED-B161-D7FB-D66D-6348328735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68F7B-9EBE-07CB-74A8-E4A415630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4C881-2063-4C2F-9DFD-09206EBE2AF2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2B9B4-15D4-EEC3-EB37-06BD2E771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D8E93-CA92-5E40-2A3F-8E6A09FB9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06C29-BBC1-4E8E-963F-790E64B58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601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3619A-3E55-A682-184E-1E12E980B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C281C8-5D20-62A2-3FE3-F90ED2692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C0C69-4ED1-822C-C315-B578025F3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4C881-2063-4C2F-9DFD-09206EBE2AF2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5475B-E664-0AAC-E17E-CA1D75831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CB6E4-1090-FA88-F2A8-9EC8A378B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06C29-BBC1-4E8E-963F-790E64B58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493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5C0AA-434B-83E5-FC56-41E50FAD7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0A3CCD-B1A0-ADB6-B4A1-B0ED80AE9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AEBE4-83E0-DB29-06DF-FD39849DA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4C881-2063-4C2F-9DFD-09206EBE2AF2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11579-E07F-E3C4-FCE8-ABEE188F6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7FA16-407F-2FEC-BE6D-8543920BC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06C29-BBC1-4E8E-963F-790E64B58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549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FD3DC-4481-EAA1-B527-C7CBAAE0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335F1-38C0-9D28-7952-2BAF1D17FA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F7E40E-C0A1-4DCA-96AA-1C35B4DD4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50140-1087-9C10-D0C0-B59EB0DFF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4C881-2063-4C2F-9DFD-09206EBE2AF2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3F75B-1036-2651-864F-648AA6E16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4CE0CB-29E2-6FC9-7C65-D764B141D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06C29-BBC1-4E8E-963F-790E64B58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242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EC9C2-E88D-D770-D19C-10491D9C8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82419E-7C0C-4BD0-B3A7-D6215F3C4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9CCBF1-7814-8FD7-1F3F-A10892A880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FBD44B-88C9-EC4F-B472-361FF5D89C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303F72-2605-C30E-AD16-81EDB07FCB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45A6E8-F678-B2BD-651B-AF9CC24A1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4C881-2063-4C2F-9DFD-09206EBE2AF2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783FA5-66A9-8474-AAA8-E7FEF850B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6BAA89-6397-9241-F252-B923F5965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06C29-BBC1-4E8E-963F-790E64B58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79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AC3F8-6BBE-D436-47C9-623D518E7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9448BF-C6EF-0760-0465-246122471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4C881-2063-4C2F-9DFD-09206EBE2AF2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37DAD4-71DF-1954-1154-F2E516B07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A93E50-03A7-FB1C-220F-F085A3782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06C29-BBC1-4E8E-963F-790E64B58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201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B82827-0375-5BD2-ED4C-1413AEFD1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4C881-2063-4C2F-9DFD-09206EBE2AF2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0C0D65-D1CF-4BC3-A7D2-5B95C890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2E030-5176-E5E3-8794-54791E978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06C29-BBC1-4E8E-963F-790E64B58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314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762FC-002C-CCD0-F183-4C541AD4B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10189-1BB0-6B7F-E862-4B7E97601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50AF85-A652-D8AE-BB92-9F8EF8D2C5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E00F4D-3C47-BA26-C966-003F9D7CF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4C881-2063-4C2F-9DFD-09206EBE2AF2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7D2CBE-15FD-B9D9-1DF9-4ACCC5A16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6F2EB6-CEE2-DFA8-6C59-167E1DC48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06C29-BBC1-4E8E-963F-790E64B58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474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81DAF-8E1F-75A7-326F-8C01F2604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C0DB4F-D04C-0AA4-E186-A0EEE2905D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FD2B0C-83C0-CEE4-592B-704B674AF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746D7-0016-2620-7E55-9951F05E1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4C881-2063-4C2F-9DFD-09206EBE2AF2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C2962D-FD71-D480-0A21-AD30C75D0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A35237-CD83-A4DD-4B34-588E624D1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06C29-BBC1-4E8E-963F-790E64B58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422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0222D-3FD7-D32F-77DC-20AF88C88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E8C516-A34F-7421-5DB4-0C448B8BC0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62C0D-357B-BD07-DAFF-274846432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4C881-2063-4C2F-9DFD-09206EBE2AF2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55739-8D45-1D49-E4C4-8B326CFF7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DE2A7-EDE9-135B-56F9-263C3D965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06C29-BBC1-4E8E-963F-790E64B58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752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15913D-E950-EE0F-765B-C6494261A1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9F9DBE-3D41-C4B0-C6F4-6926EDF95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09219-FDBF-8DC8-C88F-55C9F7660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4C881-2063-4C2F-9DFD-09206EBE2AF2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63CF8-CB69-75C9-9695-6B2738541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5398E-4837-8535-9BDA-CA9EEFE3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06C29-BBC1-4E8E-963F-790E64B58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855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A7BD95-6B48-197D-4D61-FBCDF34D0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540BE0-125B-5D3D-B4C7-F5DB2A4DA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64B79-A2FA-42D5-8F57-D34ED9BCC9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74C881-2063-4C2F-9DFD-09206EBE2AF2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97D70-C631-8609-5669-4371C9A784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8B2A7-8F77-92C1-EBE0-570C5FD7A2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06C29-BBC1-4E8E-963F-790E64B58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390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!!Rectangle">
            <a:extLst>
              <a:ext uri="{FF2B5EF4-FFF2-40B4-BE49-F238E27FC236}">
                <a16:creationId xmlns:a16="http://schemas.microsoft.com/office/drawing/2014/main" id="{7C432AFE-B3D2-4BFF-BF8F-96C27AFF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Illuminated server room panel">
            <a:extLst>
              <a:ext uri="{FF2B5EF4-FFF2-40B4-BE49-F238E27FC236}">
                <a16:creationId xmlns:a16="http://schemas.microsoft.com/office/drawing/2014/main" id="{F111C4D1-725C-BB14-3795-A0BE2F51C46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804095-E835-54C5-592D-5EF2C7879B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9" y="941832"/>
            <a:ext cx="10506456" cy="20574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5000" b="1" i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FIA DATA CENTER</a:t>
            </a:r>
            <a:endParaRPr lang="en-US" sz="5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01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3241202"/>
            <a:ext cx="10506456" cy="18288"/>
          </a:xfrm>
          <a:prstGeom prst="rect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54415E-F9F6-ECE7-C50A-B2C93E195D07}"/>
              </a:ext>
            </a:extLst>
          </p:cNvPr>
          <p:cNvSpPr txBox="1"/>
          <p:nvPr/>
        </p:nvSpPr>
        <p:spPr>
          <a:xfrm>
            <a:off x="841248" y="3502152"/>
            <a:ext cx="3946652" cy="2670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200" b="1" dirty="0">
                <a:solidFill>
                  <a:schemeClr val="bg1"/>
                </a:solidFill>
              </a:rPr>
              <a:t>Behzad Hassan</a:t>
            </a:r>
            <a:endParaRPr lang="en-US" sz="32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200" b="1" dirty="0">
                <a:solidFill>
                  <a:schemeClr val="bg1"/>
                </a:solidFill>
              </a:rPr>
              <a:t>Ayaz Hussain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200" b="1" dirty="0">
                <a:solidFill>
                  <a:schemeClr val="bg1"/>
                </a:solidFill>
              </a:rPr>
              <a:t>Ameer Din </a:t>
            </a:r>
          </a:p>
        </p:txBody>
      </p:sp>
    </p:spTree>
    <p:extLst>
      <p:ext uri="{BB962C8B-B14F-4D97-AF65-F5344CB8AC3E}">
        <p14:creationId xmlns:p14="http://schemas.microsoft.com/office/powerpoint/2010/main" val="154650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lue blocks and networks technology background">
            <a:extLst>
              <a:ext uri="{FF2B5EF4-FFF2-40B4-BE49-F238E27FC236}">
                <a16:creationId xmlns:a16="http://schemas.microsoft.com/office/drawing/2014/main" id="{EC81B603-0564-43F4-19BE-B411969C6B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573" r="40484" b="-446"/>
          <a:stretch/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CAC4AD-FD52-DD59-8DC2-170A88BCF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n-US" sz="4000"/>
              <a:t>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FF1E3-220B-E071-2796-3D846C92B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4659756" cy="3374137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900" b="0" i="0">
                <a:effectLst/>
                <a:highlight>
                  <a:srgbClr val="FFFFFF"/>
                </a:highlight>
                <a:latin typeface="Söhne"/>
              </a:rPr>
              <a:t>FIA: Vital for law and security in Pakistan.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b="0" i="0">
                <a:effectLst/>
                <a:highlight>
                  <a:srgbClr val="FFFFFF"/>
                </a:highlight>
                <a:latin typeface="Söhne"/>
              </a:rPr>
              <a:t>Project: FIA Data Center Management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b="0" i="0">
                <a:effectLst/>
                <a:highlight>
                  <a:srgbClr val="FFFFFF"/>
                </a:highlight>
                <a:latin typeface="Söhne"/>
              </a:rPr>
              <a:t>Goal: Centralized database for personnel, investigations, resources.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b="0" i="0">
                <a:effectLst/>
                <a:highlight>
                  <a:srgbClr val="FFFFFF"/>
                </a:highlight>
                <a:latin typeface="Söhne"/>
              </a:rPr>
              <a:t>Purpose: Streamline data handling for improved efficiency.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b="0" i="0">
                <a:effectLst/>
                <a:highlight>
                  <a:srgbClr val="FFFFFF"/>
                </a:highlight>
                <a:latin typeface="Söhne"/>
              </a:rPr>
              <a:t>Impact: Revolutionize FIA's data management, enhancing effectiveness.</a:t>
            </a:r>
          </a:p>
          <a:p>
            <a:r>
              <a:rPr lang="en-US" sz="1900">
                <a:highlight>
                  <a:srgbClr val="FFFFFF"/>
                </a:highlight>
                <a:latin typeface="Söhne"/>
              </a:rPr>
              <a:t>System Architecture client-server model</a:t>
            </a:r>
          </a:p>
          <a:p>
            <a:endParaRPr lang="en-US" sz="1900"/>
          </a:p>
          <a:p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1749365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103361-A73D-27EE-2E48-62AEC2D8F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  <a:noFill/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System Components Overview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12F605E-A475-08B3-7C01-84E5F17708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397530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36927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9140291-AD50-CECE-4ABB-CDC320D8439D}"/>
              </a:ext>
            </a:extLst>
          </p:cNvPr>
          <p:cNvGrpSpPr/>
          <p:nvPr/>
        </p:nvGrpSpPr>
        <p:grpSpPr>
          <a:xfrm>
            <a:off x="817072" y="4266556"/>
            <a:ext cx="11153073" cy="1390450"/>
            <a:chOff x="645638" y="4270025"/>
            <a:chExt cx="10924663" cy="1120945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A2B9F8D-11E6-00B9-85F5-FE77CA758CEC}"/>
                </a:ext>
              </a:extLst>
            </p:cNvPr>
            <p:cNvSpPr/>
            <p:nvPr/>
          </p:nvSpPr>
          <p:spPr>
            <a:xfrm>
              <a:off x="645638" y="4270025"/>
              <a:ext cx="3261093" cy="489164"/>
            </a:xfrm>
            <a:custGeom>
              <a:avLst/>
              <a:gdLst>
                <a:gd name="connsiteX0" fmla="*/ 0 w 3261093"/>
                <a:gd name="connsiteY0" fmla="*/ 0 h 489164"/>
                <a:gd name="connsiteX1" fmla="*/ 3261093 w 3261093"/>
                <a:gd name="connsiteY1" fmla="*/ 0 h 489164"/>
                <a:gd name="connsiteX2" fmla="*/ 3261093 w 3261093"/>
                <a:gd name="connsiteY2" fmla="*/ 489164 h 489164"/>
                <a:gd name="connsiteX3" fmla="*/ 0 w 3261093"/>
                <a:gd name="connsiteY3" fmla="*/ 489164 h 489164"/>
                <a:gd name="connsiteX4" fmla="*/ 0 w 3261093"/>
                <a:gd name="connsiteY4" fmla="*/ 0 h 48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1093" h="489164">
                  <a:moveTo>
                    <a:pt x="0" y="0"/>
                  </a:moveTo>
                  <a:lnTo>
                    <a:pt x="3261093" y="0"/>
                  </a:lnTo>
                  <a:lnTo>
                    <a:pt x="3261093" y="489164"/>
                  </a:lnTo>
                  <a:lnTo>
                    <a:pt x="0" y="48916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l" defTabSz="6667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lang="en-US" sz="2400" b="1" i="0" kern="1200" dirty="0"/>
                <a:t>1. Person:</a:t>
              </a:r>
              <a:endParaRPr lang="en-US" sz="2400" kern="1200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F80CFC0-5065-AEAA-7FD7-564408A9CF6C}"/>
                </a:ext>
              </a:extLst>
            </p:cNvPr>
            <p:cNvSpPr/>
            <p:nvPr/>
          </p:nvSpPr>
          <p:spPr>
            <a:xfrm>
              <a:off x="645638" y="4806468"/>
              <a:ext cx="3261093" cy="584502"/>
            </a:xfrm>
            <a:custGeom>
              <a:avLst/>
              <a:gdLst>
                <a:gd name="connsiteX0" fmla="*/ 0 w 3261093"/>
                <a:gd name="connsiteY0" fmla="*/ 0 h 584502"/>
                <a:gd name="connsiteX1" fmla="*/ 3261093 w 3261093"/>
                <a:gd name="connsiteY1" fmla="*/ 0 h 584502"/>
                <a:gd name="connsiteX2" fmla="*/ 3261093 w 3261093"/>
                <a:gd name="connsiteY2" fmla="*/ 584502 h 584502"/>
                <a:gd name="connsiteX3" fmla="*/ 0 w 3261093"/>
                <a:gd name="connsiteY3" fmla="*/ 584502 h 584502"/>
                <a:gd name="connsiteX4" fmla="*/ 0 w 3261093"/>
                <a:gd name="connsiteY4" fmla="*/ 0 h 584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1093" h="584502">
                  <a:moveTo>
                    <a:pt x="0" y="0"/>
                  </a:moveTo>
                  <a:lnTo>
                    <a:pt x="3261093" y="0"/>
                  </a:lnTo>
                  <a:lnTo>
                    <a:pt x="3261093" y="584502"/>
                  </a:lnTo>
                  <a:lnTo>
                    <a:pt x="0" y="58450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l" defTabSz="4889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0" i="0" kern="1200" dirty="0"/>
                <a:t>Stores personal information of FIA personnel.</a:t>
              </a:r>
              <a:endParaRPr lang="en-US" kern="1200" dirty="0"/>
            </a:p>
            <a:p>
              <a:pPr marL="0" lvl="0" indent="0" algn="l" defTabSz="4889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0" i="0" kern="1200" dirty="0"/>
                <a:t>Includes fields for name, date of birth, gender, nationality, etc.</a:t>
              </a:r>
              <a:endParaRPr lang="en-US" kern="120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7638592-C2CA-4B14-B206-1728551991D1}"/>
                </a:ext>
              </a:extLst>
            </p:cNvPr>
            <p:cNvSpPr/>
            <p:nvPr/>
          </p:nvSpPr>
          <p:spPr>
            <a:xfrm>
              <a:off x="4477423" y="4270025"/>
              <a:ext cx="3261093" cy="489164"/>
            </a:xfrm>
            <a:custGeom>
              <a:avLst/>
              <a:gdLst>
                <a:gd name="connsiteX0" fmla="*/ 0 w 3261093"/>
                <a:gd name="connsiteY0" fmla="*/ 0 h 489164"/>
                <a:gd name="connsiteX1" fmla="*/ 3261093 w 3261093"/>
                <a:gd name="connsiteY1" fmla="*/ 0 h 489164"/>
                <a:gd name="connsiteX2" fmla="*/ 3261093 w 3261093"/>
                <a:gd name="connsiteY2" fmla="*/ 489164 h 489164"/>
                <a:gd name="connsiteX3" fmla="*/ 0 w 3261093"/>
                <a:gd name="connsiteY3" fmla="*/ 489164 h 489164"/>
                <a:gd name="connsiteX4" fmla="*/ 0 w 3261093"/>
                <a:gd name="connsiteY4" fmla="*/ 0 h 48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1093" h="489164">
                  <a:moveTo>
                    <a:pt x="0" y="0"/>
                  </a:moveTo>
                  <a:lnTo>
                    <a:pt x="3261093" y="0"/>
                  </a:lnTo>
                  <a:lnTo>
                    <a:pt x="3261093" y="489164"/>
                  </a:lnTo>
                  <a:lnTo>
                    <a:pt x="0" y="48916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l" defTabSz="6667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lang="en-US" sz="2400" b="1" i="0" kern="1200" dirty="0"/>
                <a:t>2. Crimes:</a:t>
              </a:r>
              <a:endParaRPr lang="en-US" sz="2400" kern="1200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20DBB74-CE3A-59C3-542B-849939EAC8F1}"/>
                </a:ext>
              </a:extLst>
            </p:cNvPr>
            <p:cNvSpPr/>
            <p:nvPr/>
          </p:nvSpPr>
          <p:spPr>
            <a:xfrm>
              <a:off x="4477423" y="4806468"/>
              <a:ext cx="3261093" cy="584502"/>
            </a:xfrm>
            <a:custGeom>
              <a:avLst/>
              <a:gdLst>
                <a:gd name="connsiteX0" fmla="*/ 0 w 3261093"/>
                <a:gd name="connsiteY0" fmla="*/ 0 h 584502"/>
                <a:gd name="connsiteX1" fmla="*/ 3261093 w 3261093"/>
                <a:gd name="connsiteY1" fmla="*/ 0 h 584502"/>
                <a:gd name="connsiteX2" fmla="*/ 3261093 w 3261093"/>
                <a:gd name="connsiteY2" fmla="*/ 584502 h 584502"/>
                <a:gd name="connsiteX3" fmla="*/ 0 w 3261093"/>
                <a:gd name="connsiteY3" fmla="*/ 584502 h 584502"/>
                <a:gd name="connsiteX4" fmla="*/ 0 w 3261093"/>
                <a:gd name="connsiteY4" fmla="*/ 0 h 584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1093" h="584502">
                  <a:moveTo>
                    <a:pt x="0" y="0"/>
                  </a:moveTo>
                  <a:lnTo>
                    <a:pt x="3261093" y="0"/>
                  </a:lnTo>
                  <a:lnTo>
                    <a:pt x="3261093" y="584502"/>
                  </a:lnTo>
                  <a:lnTo>
                    <a:pt x="0" y="58450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l" defTabSz="4889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b="1" i="0" kern="1200" dirty="0"/>
                <a:t>Crime Record:</a:t>
              </a:r>
              <a:br>
                <a:rPr lang="en-US" b="0" i="0" kern="1200" dirty="0"/>
              </a:br>
              <a:r>
                <a:rPr lang="en-US" b="0" i="0" kern="1200" dirty="0"/>
                <a:t>Manage information about crimes and associated records</a:t>
              </a:r>
              <a:endParaRPr lang="en-US" kern="120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C6D4689-A8AD-AC96-F7ED-57E297BAD0E5}"/>
                </a:ext>
              </a:extLst>
            </p:cNvPr>
            <p:cNvSpPr/>
            <p:nvPr/>
          </p:nvSpPr>
          <p:spPr>
            <a:xfrm>
              <a:off x="8309208" y="4270025"/>
              <a:ext cx="3261093" cy="489164"/>
            </a:xfrm>
            <a:custGeom>
              <a:avLst/>
              <a:gdLst>
                <a:gd name="connsiteX0" fmla="*/ 0 w 3261093"/>
                <a:gd name="connsiteY0" fmla="*/ 0 h 489164"/>
                <a:gd name="connsiteX1" fmla="*/ 3261093 w 3261093"/>
                <a:gd name="connsiteY1" fmla="*/ 0 h 489164"/>
                <a:gd name="connsiteX2" fmla="*/ 3261093 w 3261093"/>
                <a:gd name="connsiteY2" fmla="*/ 489164 h 489164"/>
                <a:gd name="connsiteX3" fmla="*/ 0 w 3261093"/>
                <a:gd name="connsiteY3" fmla="*/ 489164 h 489164"/>
                <a:gd name="connsiteX4" fmla="*/ 0 w 3261093"/>
                <a:gd name="connsiteY4" fmla="*/ 0 h 48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1093" h="489164">
                  <a:moveTo>
                    <a:pt x="0" y="0"/>
                  </a:moveTo>
                  <a:lnTo>
                    <a:pt x="3261093" y="0"/>
                  </a:lnTo>
                  <a:lnTo>
                    <a:pt x="3261093" y="489164"/>
                  </a:lnTo>
                  <a:lnTo>
                    <a:pt x="0" y="489164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l" defTabSz="6667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lang="en-US" sz="2400" b="1" i="0" kern="1200" dirty="0"/>
                <a:t>3. Jail Details:</a:t>
              </a:r>
              <a:endParaRPr lang="en-US" sz="2400" kern="120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CA0794-D4F8-9A68-5B8A-F0A8E813F305}"/>
                </a:ext>
              </a:extLst>
            </p:cNvPr>
            <p:cNvSpPr/>
            <p:nvPr/>
          </p:nvSpPr>
          <p:spPr>
            <a:xfrm>
              <a:off x="8309208" y="4806468"/>
              <a:ext cx="3261093" cy="584502"/>
            </a:xfrm>
            <a:custGeom>
              <a:avLst/>
              <a:gdLst>
                <a:gd name="connsiteX0" fmla="*/ 0 w 3261093"/>
                <a:gd name="connsiteY0" fmla="*/ 0 h 584502"/>
                <a:gd name="connsiteX1" fmla="*/ 3261093 w 3261093"/>
                <a:gd name="connsiteY1" fmla="*/ 0 h 584502"/>
                <a:gd name="connsiteX2" fmla="*/ 3261093 w 3261093"/>
                <a:gd name="connsiteY2" fmla="*/ 584502 h 584502"/>
                <a:gd name="connsiteX3" fmla="*/ 0 w 3261093"/>
                <a:gd name="connsiteY3" fmla="*/ 584502 h 584502"/>
                <a:gd name="connsiteX4" fmla="*/ 0 w 3261093"/>
                <a:gd name="connsiteY4" fmla="*/ 0 h 584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61093" h="584502">
                  <a:moveTo>
                    <a:pt x="0" y="0"/>
                  </a:moveTo>
                  <a:lnTo>
                    <a:pt x="3261093" y="0"/>
                  </a:lnTo>
                  <a:lnTo>
                    <a:pt x="3261093" y="584502"/>
                  </a:lnTo>
                  <a:lnTo>
                    <a:pt x="0" y="58450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l" defTabSz="48895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b="1" i="0" kern="1200" dirty="0"/>
                <a:t>Jail Record</a:t>
              </a:r>
              <a:br>
                <a:rPr lang="en-US" sz="2000" b="0" i="0" kern="1200" dirty="0"/>
              </a:br>
              <a:r>
                <a:rPr lang="en-US" sz="2000" b="0" i="0" kern="1200" dirty="0"/>
                <a:t>Track details of jails and associated records</a:t>
              </a:r>
              <a:endParaRPr lang="en-US" sz="2000" kern="1200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FEAD1395-0E77-7F34-C954-56AE2723EE93}"/>
              </a:ext>
            </a:extLst>
          </p:cNvPr>
          <p:cNvSpPr txBox="1"/>
          <p:nvPr/>
        </p:nvSpPr>
        <p:spPr>
          <a:xfrm>
            <a:off x="565605" y="1949579"/>
            <a:ext cx="2817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0" kern="1200"/>
              <a:t>Main Tables:</a:t>
            </a:r>
            <a:endParaRPr lang="en-US" sz="2800" dirty="0"/>
          </a:p>
        </p:txBody>
      </p:sp>
      <p:pic>
        <p:nvPicPr>
          <p:cNvPr id="20" name="Graphic 19" descr="Employee badge outline">
            <a:extLst>
              <a:ext uri="{FF2B5EF4-FFF2-40B4-BE49-F238E27FC236}">
                <a16:creationId xmlns:a16="http://schemas.microsoft.com/office/drawing/2014/main" id="{BF6C7E06-BB63-E5F3-1333-BE455B92AF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396" y="3276752"/>
            <a:ext cx="914400" cy="914400"/>
          </a:xfrm>
          <a:prstGeom prst="rect">
            <a:avLst/>
          </a:prstGeom>
        </p:spPr>
      </p:pic>
      <p:pic>
        <p:nvPicPr>
          <p:cNvPr id="22" name="Graphic 21" descr="Handcuffs with solid fill">
            <a:extLst>
              <a:ext uri="{FF2B5EF4-FFF2-40B4-BE49-F238E27FC236}">
                <a16:creationId xmlns:a16="http://schemas.microsoft.com/office/drawing/2014/main" id="{BDC521DE-816A-EE4F-B597-9A7E2D9936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988715" y="3212867"/>
            <a:ext cx="995043" cy="995043"/>
          </a:xfrm>
          <a:prstGeom prst="rect">
            <a:avLst/>
          </a:prstGeom>
        </p:spPr>
      </p:pic>
      <p:pic>
        <p:nvPicPr>
          <p:cNvPr id="24" name="Graphic 23" descr="Jail with solid fill">
            <a:extLst>
              <a:ext uri="{FF2B5EF4-FFF2-40B4-BE49-F238E27FC236}">
                <a16:creationId xmlns:a16="http://schemas.microsoft.com/office/drawing/2014/main" id="{9D3762AC-E541-06BA-0143-07E22CB705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16211" y="3201348"/>
            <a:ext cx="1065208" cy="10652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E316752-8762-43E4-6E05-AF4BA902D47C}"/>
              </a:ext>
            </a:extLst>
          </p:cNvPr>
          <p:cNvSpPr txBox="1"/>
          <p:nvPr/>
        </p:nvSpPr>
        <p:spPr>
          <a:xfrm>
            <a:off x="817072" y="537328"/>
            <a:ext cx="101463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/>
              <a:t>Database Tables Overview </a:t>
            </a:r>
          </a:p>
        </p:txBody>
      </p:sp>
    </p:spTree>
    <p:extLst>
      <p:ext uri="{BB962C8B-B14F-4D97-AF65-F5344CB8AC3E}">
        <p14:creationId xmlns:p14="http://schemas.microsoft.com/office/powerpoint/2010/main" val="24564230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B5C4AF-619A-AC98-DCFE-46B84BDC4F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873960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178F1F2-0884-9F81-EA52-1466B19E4742}"/>
              </a:ext>
            </a:extLst>
          </p:cNvPr>
          <p:cNvSpPr txBox="1"/>
          <p:nvPr/>
        </p:nvSpPr>
        <p:spPr>
          <a:xfrm>
            <a:off x="817072" y="537328"/>
            <a:ext cx="101463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Database Tables Overview </a:t>
            </a:r>
          </a:p>
        </p:txBody>
      </p:sp>
    </p:spTree>
    <p:extLst>
      <p:ext uri="{BB962C8B-B14F-4D97-AF65-F5344CB8AC3E}">
        <p14:creationId xmlns:p14="http://schemas.microsoft.com/office/powerpoint/2010/main" val="20700029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a computer&#10;&#10;Description automatically generated">
            <a:extLst>
              <a:ext uri="{FF2B5EF4-FFF2-40B4-BE49-F238E27FC236}">
                <a16:creationId xmlns:a16="http://schemas.microsoft.com/office/drawing/2014/main" id="{3EBB12C1-3032-ADD3-A88A-48A440DB30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1717" y="0"/>
            <a:ext cx="68885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9551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A51F96-B391-525A-BD3A-057BDB5ABA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0470" b="19883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80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91EF5-281D-C4C9-8286-565B6FF12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BEB63-9FB4-28A1-3B68-234D329E5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CB347B-950A-5901-DA1E-CE76662B2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891" y="1152207"/>
            <a:ext cx="4782217" cy="4553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842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34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D2D0BC-A8A3-05E2-3FD5-1D620A68F5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0565" y="643467"/>
            <a:ext cx="8570870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930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248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356E5A-69A7-C126-B0CF-6A7E22E98F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4018" y="643467"/>
            <a:ext cx="8603964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22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D4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857E8F-BCDC-06E1-D21E-8547EB7C3D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6984" y="643467"/>
            <a:ext cx="8538032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245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04D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FD7F1FD-189F-B148-1A8C-E4E875449E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0565" y="643467"/>
            <a:ext cx="8570870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373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C4C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F9AF85-EF2F-E43B-E476-BEFD5E948B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3277" y="643467"/>
            <a:ext cx="8505445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2920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94F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68FF8B-24B9-36AF-9E01-AE6AABE049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3277" y="643467"/>
            <a:ext cx="8505445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460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087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C8F33D-D05F-9C07-B823-B7917EBE72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3277" y="643467"/>
            <a:ext cx="8505445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92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65E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B59F76-3AA0-2E4A-DBB6-9DDE2D0D81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0565" y="643467"/>
            <a:ext cx="8570870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3564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7F68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FCF666-7245-1DF8-71DD-980A46C40F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72224" y="643467"/>
            <a:ext cx="4847551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967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039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A2F6F4-E1DB-45FF-7FAA-72A2AEEE34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3840" y="643467"/>
            <a:ext cx="4944320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661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852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CE3D2B-CCE3-EDC6-41AF-C8AFAB68B0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4018" y="643467"/>
            <a:ext cx="8603964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6203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FA3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D34A7B-95EB-7A3C-2127-3AC9DF67C6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4018" y="643467"/>
            <a:ext cx="8603964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7774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C5A4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C84A1A-4251-C73D-C82A-E6AD7A6450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0565" y="643467"/>
            <a:ext cx="8570870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2231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152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850634-072B-E6F3-3A41-35831BB94E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6984" y="643467"/>
            <a:ext cx="8538032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3368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557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2EEE69-0E4E-9EDB-764D-16F70C7F9D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6984" y="643467"/>
            <a:ext cx="8538032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4746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858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A37F77-9A6E-D0EF-7557-3377EFD794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0565" y="643467"/>
            <a:ext cx="8570870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9750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D3B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28226F-8A83-5036-CE74-CDE8BF097D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0565" y="643467"/>
            <a:ext cx="8570870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3109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948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DE2B2F-78D1-A3CB-C63B-8A4B11A054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0565" y="643467"/>
            <a:ext cx="8570870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9390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337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362FD2-FC32-2012-6615-B6E22F32D2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648209"/>
            <a:ext cx="10905066" cy="556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5426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6B1534-4D8C-9543-4821-5201B9CCE601}"/>
              </a:ext>
            </a:extLst>
          </p:cNvPr>
          <p:cNvSpPr txBox="1"/>
          <p:nvPr/>
        </p:nvSpPr>
        <p:spPr>
          <a:xfrm>
            <a:off x="2026693" y="1030406"/>
            <a:ext cx="8147713" cy="3081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57558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48E79EC-1E6B-4E02-BC96-EDCEB74EB6E7}">
  <we:reference id="wa200005566" version="3.0.0.2" store="en-U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280</TotalTime>
  <Words>248</Words>
  <Application>Microsoft Office PowerPoint</Application>
  <PresentationFormat>Widescreen</PresentationFormat>
  <Paragraphs>33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Söhne</vt:lpstr>
      <vt:lpstr>Office Theme</vt:lpstr>
      <vt:lpstr>FIA DATA CENTER</vt:lpstr>
      <vt:lpstr>Introduction </vt:lpstr>
      <vt:lpstr>System Components Overview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FIA DATA CENTER</dc:title>
  <dc:creator>Ayaz Hussain</dc:creator>
  <cp:lastModifiedBy>Ayaz Hussain</cp:lastModifiedBy>
  <cp:revision>10</cp:revision>
  <dcterms:created xsi:type="dcterms:W3CDTF">2024-04-28T07:50:07Z</dcterms:created>
  <dcterms:modified xsi:type="dcterms:W3CDTF">2024-05-14T05:54:35Z</dcterms:modified>
</cp:coreProperties>
</file>